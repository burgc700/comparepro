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5" r:id="rId7"/>
    <p:sldId id="261" r:id="rId8"/>
    <p:sldId id="262" r:id="rId9"/>
    <p:sldId id="263"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68EA93-3301-4FFE-9F10-A9A3E9870B80}"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BD00E21-D06F-458E-B0F0-1AF2CFAE1692}">
      <dgm:prSet custT="1"/>
      <dgm:spPr/>
      <dgm:t>
        <a:bodyPr/>
        <a:lstStyle/>
        <a:p>
          <a:pPr>
            <a:lnSpc>
              <a:spcPct val="100000"/>
            </a:lnSpc>
          </a:pPr>
          <a:r>
            <a:rPr lang="en-US" sz="1600" dirty="0"/>
            <a:t>Eliminate having two or more windows open trying to find the best deals on computer parts.</a:t>
          </a:r>
        </a:p>
      </dgm:t>
    </dgm:pt>
    <dgm:pt modelId="{7481B8D5-A28D-4AC0-B17E-CE32AA68F6A1}" type="parTrans" cxnId="{7F7CC167-AA62-456D-8ACD-0E801D0364C8}">
      <dgm:prSet/>
      <dgm:spPr/>
      <dgm:t>
        <a:bodyPr/>
        <a:lstStyle/>
        <a:p>
          <a:endParaRPr lang="en-US"/>
        </a:p>
      </dgm:t>
    </dgm:pt>
    <dgm:pt modelId="{459BADBF-B75F-4B82-B0D0-9B69208100A1}" type="sibTrans" cxnId="{7F7CC167-AA62-456D-8ACD-0E801D0364C8}">
      <dgm:prSet/>
      <dgm:spPr/>
      <dgm:t>
        <a:bodyPr/>
        <a:lstStyle/>
        <a:p>
          <a:pPr>
            <a:lnSpc>
              <a:spcPct val="100000"/>
            </a:lnSpc>
          </a:pPr>
          <a:endParaRPr lang="en-US"/>
        </a:p>
      </dgm:t>
    </dgm:pt>
    <dgm:pt modelId="{CA1D723F-2A20-4E21-81A9-936544BE3CD1}">
      <dgm:prSet custT="1"/>
      <dgm:spPr/>
      <dgm:t>
        <a:bodyPr/>
        <a:lstStyle/>
        <a:p>
          <a:pPr>
            <a:lnSpc>
              <a:spcPct val="100000"/>
            </a:lnSpc>
          </a:pPr>
          <a:r>
            <a:rPr lang="en-US" sz="1600" dirty="0"/>
            <a:t>Create a web app that allows users to search for just one product then be able to compare that product against different websites. Eliminate the use of using excel documents to compare items in the same realm. Create a comment-based system that allows the user to do just that.</a:t>
          </a:r>
        </a:p>
      </dgm:t>
    </dgm:pt>
    <dgm:pt modelId="{EAC9B81E-5CAE-4403-BEFC-2A0DD5220097}" type="parTrans" cxnId="{04546A96-E66C-4846-8DAB-8ABA3A53FE7F}">
      <dgm:prSet/>
      <dgm:spPr/>
      <dgm:t>
        <a:bodyPr/>
        <a:lstStyle/>
        <a:p>
          <a:endParaRPr lang="en-US"/>
        </a:p>
      </dgm:t>
    </dgm:pt>
    <dgm:pt modelId="{DFDC94F4-ADC2-42F2-9632-5E7BCDE4CFE2}" type="sibTrans" cxnId="{04546A96-E66C-4846-8DAB-8ABA3A53FE7F}">
      <dgm:prSet/>
      <dgm:spPr/>
      <dgm:t>
        <a:bodyPr/>
        <a:lstStyle/>
        <a:p>
          <a:pPr>
            <a:lnSpc>
              <a:spcPct val="100000"/>
            </a:lnSpc>
          </a:pPr>
          <a:endParaRPr lang="en-US"/>
        </a:p>
      </dgm:t>
    </dgm:pt>
    <dgm:pt modelId="{F6069E3F-2550-4A4D-855D-BA7A86C7F2D6}">
      <dgm:prSet custT="1"/>
      <dgm:spPr/>
      <dgm:t>
        <a:bodyPr/>
        <a:lstStyle/>
        <a:p>
          <a:pPr>
            <a:lnSpc>
              <a:spcPct val="100000"/>
            </a:lnSpc>
          </a:pPr>
          <a:r>
            <a:rPr lang="en-US" sz="1600" dirty="0"/>
            <a:t>A phone app like feel that allows users to like products they have an interest in to keep researching</a:t>
          </a:r>
        </a:p>
      </dgm:t>
    </dgm:pt>
    <dgm:pt modelId="{BD7CACFC-3F00-4535-A3AD-00321157D3D7}" type="parTrans" cxnId="{98D247B4-D94E-42B5-A746-8764D2C21D62}">
      <dgm:prSet/>
      <dgm:spPr/>
      <dgm:t>
        <a:bodyPr/>
        <a:lstStyle/>
        <a:p>
          <a:endParaRPr lang="en-US"/>
        </a:p>
      </dgm:t>
    </dgm:pt>
    <dgm:pt modelId="{F342F35F-2952-48A0-B484-38D817A58F5F}" type="sibTrans" cxnId="{98D247B4-D94E-42B5-A746-8764D2C21D62}">
      <dgm:prSet/>
      <dgm:spPr/>
      <dgm:t>
        <a:bodyPr/>
        <a:lstStyle/>
        <a:p>
          <a:pPr>
            <a:lnSpc>
              <a:spcPct val="100000"/>
            </a:lnSpc>
          </a:pPr>
          <a:endParaRPr lang="en-US"/>
        </a:p>
      </dgm:t>
    </dgm:pt>
    <dgm:pt modelId="{FC7B464E-4390-4943-A1A2-A17052E0BCA1}">
      <dgm:prSet custT="1"/>
      <dgm:spPr/>
      <dgm:t>
        <a:bodyPr/>
        <a:lstStyle/>
        <a:p>
          <a:pPr>
            <a:lnSpc>
              <a:spcPct val="100000"/>
            </a:lnSpc>
          </a:pPr>
          <a:r>
            <a:rPr lang="en-US" sz="1600" dirty="0"/>
            <a:t>A built-in recommendations that changes the order of the items and the item type based off what they have been looking at.</a:t>
          </a:r>
        </a:p>
      </dgm:t>
    </dgm:pt>
    <dgm:pt modelId="{4B740545-793B-4BE0-84D4-B05D20681052}" type="parTrans" cxnId="{3B0DE4A1-49E7-4097-BAB2-343C69A472E6}">
      <dgm:prSet/>
      <dgm:spPr/>
      <dgm:t>
        <a:bodyPr/>
        <a:lstStyle/>
        <a:p>
          <a:endParaRPr lang="en-US"/>
        </a:p>
      </dgm:t>
    </dgm:pt>
    <dgm:pt modelId="{B6CBFE04-E134-40B9-A3C9-C389778FC8EA}" type="sibTrans" cxnId="{3B0DE4A1-49E7-4097-BAB2-343C69A472E6}">
      <dgm:prSet/>
      <dgm:spPr/>
      <dgm:t>
        <a:bodyPr/>
        <a:lstStyle/>
        <a:p>
          <a:endParaRPr lang="en-US"/>
        </a:p>
      </dgm:t>
    </dgm:pt>
    <dgm:pt modelId="{9FFA0D1C-E543-4C0D-8BB7-628F2143D1F5}" type="pres">
      <dgm:prSet presAssocID="{5B68EA93-3301-4FFE-9F10-A9A3E9870B80}" presName="root" presStyleCnt="0">
        <dgm:presLayoutVars>
          <dgm:dir/>
          <dgm:resizeHandles val="exact"/>
        </dgm:presLayoutVars>
      </dgm:prSet>
      <dgm:spPr/>
    </dgm:pt>
    <dgm:pt modelId="{307BC792-9D4E-4441-8255-B1A838F4D42A}" type="pres">
      <dgm:prSet presAssocID="{5B68EA93-3301-4FFE-9F10-A9A3E9870B80}" presName="container" presStyleCnt="0">
        <dgm:presLayoutVars>
          <dgm:dir/>
          <dgm:resizeHandles val="exact"/>
        </dgm:presLayoutVars>
      </dgm:prSet>
      <dgm:spPr/>
    </dgm:pt>
    <dgm:pt modelId="{7A2DBECC-B57E-445D-B952-BE7E693BA453}" type="pres">
      <dgm:prSet presAssocID="{DBD00E21-D06F-458E-B0F0-1AF2CFAE1692}" presName="compNode" presStyleCnt="0"/>
      <dgm:spPr/>
    </dgm:pt>
    <dgm:pt modelId="{D98B17B9-FEE8-41F7-AC40-1E7D0CA309D6}" type="pres">
      <dgm:prSet presAssocID="{DBD00E21-D06F-458E-B0F0-1AF2CFAE1692}" presName="iconBgRect" presStyleLbl="bgShp" presStyleIdx="0" presStyleCnt="4"/>
      <dgm:spPr/>
    </dgm:pt>
    <dgm:pt modelId="{3A4C2A27-B77C-42EE-AB1A-CED811E20F60}" type="pres">
      <dgm:prSet presAssocID="{DBD00E21-D06F-458E-B0F0-1AF2CFAE169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owser Window"/>
        </a:ext>
      </dgm:extLst>
    </dgm:pt>
    <dgm:pt modelId="{6494A0E2-8EB1-4B6B-930C-2409BB5ED664}" type="pres">
      <dgm:prSet presAssocID="{DBD00E21-D06F-458E-B0F0-1AF2CFAE1692}" presName="spaceRect" presStyleCnt="0"/>
      <dgm:spPr/>
    </dgm:pt>
    <dgm:pt modelId="{1872B1E1-AFF5-4C85-8B99-13335D1E5D92}" type="pres">
      <dgm:prSet presAssocID="{DBD00E21-D06F-458E-B0F0-1AF2CFAE1692}" presName="textRect" presStyleLbl="revTx" presStyleIdx="0" presStyleCnt="4">
        <dgm:presLayoutVars>
          <dgm:chMax val="1"/>
          <dgm:chPref val="1"/>
        </dgm:presLayoutVars>
      </dgm:prSet>
      <dgm:spPr/>
    </dgm:pt>
    <dgm:pt modelId="{F21BE744-58B4-4806-B9EF-03CB8AEF0346}" type="pres">
      <dgm:prSet presAssocID="{459BADBF-B75F-4B82-B0D0-9B69208100A1}" presName="sibTrans" presStyleLbl="sibTrans2D1" presStyleIdx="0" presStyleCnt="0"/>
      <dgm:spPr/>
    </dgm:pt>
    <dgm:pt modelId="{1D467FC1-6F4F-4E08-A778-D9243A1B8B97}" type="pres">
      <dgm:prSet presAssocID="{CA1D723F-2A20-4E21-81A9-936544BE3CD1}" presName="compNode" presStyleCnt="0"/>
      <dgm:spPr/>
    </dgm:pt>
    <dgm:pt modelId="{FFB00356-D3DF-42EA-81A0-667C63E835E4}" type="pres">
      <dgm:prSet presAssocID="{CA1D723F-2A20-4E21-81A9-936544BE3CD1}" presName="iconBgRect" presStyleLbl="bgShp" presStyleIdx="1" presStyleCnt="4"/>
      <dgm:spPr/>
    </dgm:pt>
    <dgm:pt modelId="{3E77F95A-BEB4-4CAF-B9D6-46BD0C0B8E35}" type="pres">
      <dgm:prSet presAssocID="{CA1D723F-2A20-4E21-81A9-936544BE3CD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B4E7E530-5819-4860-829B-39863C66E0F5}" type="pres">
      <dgm:prSet presAssocID="{CA1D723F-2A20-4E21-81A9-936544BE3CD1}" presName="spaceRect" presStyleCnt="0"/>
      <dgm:spPr/>
    </dgm:pt>
    <dgm:pt modelId="{3CD0083B-0F65-4E72-95B7-E0C591A6688C}" type="pres">
      <dgm:prSet presAssocID="{CA1D723F-2A20-4E21-81A9-936544BE3CD1}" presName="textRect" presStyleLbl="revTx" presStyleIdx="1" presStyleCnt="4">
        <dgm:presLayoutVars>
          <dgm:chMax val="1"/>
          <dgm:chPref val="1"/>
        </dgm:presLayoutVars>
      </dgm:prSet>
      <dgm:spPr/>
    </dgm:pt>
    <dgm:pt modelId="{5DF86B9B-BDE9-4978-964B-EE0982BCCF58}" type="pres">
      <dgm:prSet presAssocID="{DFDC94F4-ADC2-42F2-9632-5E7BCDE4CFE2}" presName="sibTrans" presStyleLbl="sibTrans2D1" presStyleIdx="0" presStyleCnt="0"/>
      <dgm:spPr/>
    </dgm:pt>
    <dgm:pt modelId="{A25060FC-7C63-4FA1-AB2A-5381E2D09BE8}" type="pres">
      <dgm:prSet presAssocID="{F6069E3F-2550-4A4D-855D-BA7A86C7F2D6}" presName="compNode" presStyleCnt="0"/>
      <dgm:spPr/>
    </dgm:pt>
    <dgm:pt modelId="{D0ED17BA-47FB-48A2-879C-6C30302E5AF4}" type="pres">
      <dgm:prSet presAssocID="{F6069E3F-2550-4A4D-855D-BA7A86C7F2D6}" presName="iconBgRect" presStyleLbl="bgShp" presStyleIdx="2" presStyleCnt="4"/>
      <dgm:spPr/>
    </dgm:pt>
    <dgm:pt modelId="{4985A826-402B-45EB-BBE6-5606DA3FFBC5}" type="pres">
      <dgm:prSet presAssocID="{F6069E3F-2550-4A4D-855D-BA7A86C7F2D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art Phone"/>
        </a:ext>
      </dgm:extLst>
    </dgm:pt>
    <dgm:pt modelId="{32DB9D21-9BA1-4E4B-AF69-738D95717067}" type="pres">
      <dgm:prSet presAssocID="{F6069E3F-2550-4A4D-855D-BA7A86C7F2D6}" presName="spaceRect" presStyleCnt="0"/>
      <dgm:spPr/>
    </dgm:pt>
    <dgm:pt modelId="{C2BFD0AD-5BD5-4DC3-A9AB-390E77CB9EC4}" type="pres">
      <dgm:prSet presAssocID="{F6069E3F-2550-4A4D-855D-BA7A86C7F2D6}" presName="textRect" presStyleLbl="revTx" presStyleIdx="2" presStyleCnt="4">
        <dgm:presLayoutVars>
          <dgm:chMax val="1"/>
          <dgm:chPref val="1"/>
        </dgm:presLayoutVars>
      </dgm:prSet>
      <dgm:spPr/>
    </dgm:pt>
    <dgm:pt modelId="{DBA303F2-C7E6-44A7-957B-9E6FFE033191}" type="pres">
      <dgm:prSet presAssocID="{F342F35F-2952-48A0-B484-38D817A58F5F}" presName="sibTrans" presStyleLbl="sibTrans2D1" presStyleIdx="0" presStyleCnt="0"/>
      <dgm:spPr/>
    </dgm:pt>
    <dgm:pt modelId="{C8D14D9B-9B4D-483D-B242-74B7483E2B1B}" type="pres">
      <dgm:prSet presAssocID="{FC7B464E-4390-4943-A1A2-A17052E0BCA1}" presName="compNode" presStyleCnt="0"/>
      <dgm:spPr/>
    </dgm:pt>
    <dgm:pt modelId="{D7955C95-DDF0-4A07-BD36-2A8258C7F576}" type="pres">
      <dgm:prSet presAssocID="{FC7B464E-4390-4943-A1A2-A17052E0BCA1}" presName="iconBgRect" presStyleLbl="bgShp" presStyleIdx="3" presStyleCnt="4"/>
      <dgm:spPr/>
    </dgm:pt>
    <dgm:pt modelId="{C15BCAFC-4167-4B31-BDA9-47BE5768DF33}" type="pres">
      <dgm:prSet presAssocID="{FC7B464E-4390-4943-A1A2-A17052E0BCA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owchart"/>
        </a:ext>
      </dgm:extLst>
    </dgm:pt>
    <dgm:pt modelId="{4B6D595D-C46F-46E6-905D-FE8AA6D5217F}" type="pres">
      <dgm:prSet presAssocID="{FC7B464E-4390-4943-A1A2-A17052E0BCA1}" presName="spaceRect" presStyleCnt="0"/>
      <dgm:spPr/>
    </dgm:pt>
    <dgm:pt modelId="{0A7F8882-D049-4C4A-8579-5F55ACBFB191}" type="pres">
      <dgm:prSet presAssocID="{FC7B464E-4390-4943-A1A2-A17052E0BCA1}" presName="textRect" presStyleLbl="revTx" presStyleIdx="3" presStyleCnt="4">
        <dgm:presLayoutVars>
          <dgm:chMax val="1"/>
          <dgm:chPref val="1"/>
        </dgm:presLayoutVars>
      </dgm:prSet>
      <dgm:spPr/>
    </dgm:pt>
  </dgm:ptLst>
  <dgm:cxnLst>
    <dgm:cxn modelId="{24948801-BAB7-4C7A-983C-DE06D888F5F1}" type="presOf" srcId="{F342F35F-2952-48A0-B484-38D817A58F5F}" destId="{DBA303F2-C7E6-44A7-957B-9E6FFE033191}" srcOrd="0" destOrd="0" presId="urn:microsoft.com/office/officeart/2018/2/layout/IconCircleList"/>
    <dgm:cxn modelId="{D116E40A-B8B3-4692-A7A0-0B9918157D02}" type="presOf" srcId="{F6069E3F-2550-4A4D-855D-BA7A86C7F2D6}" destId="{C2BFD0AD-5BD5-4DC3-A9AB-390E77CB9EC4}" srcOrd="0" destOrd="0" presId="urn:microsoft.com/office/officeart/2018/2/layout/IconCircleList"/>
    <dgm:cxn modelId="{CCF0CF1D-6D8F-4EEC-931A-1F2F307E5397}" type="presOf" srcId="{459BADBF-B75F-4B82-B0D0-9B69208100A1}" destId="{F21BE744-58B4-4806-B9EF-03CB8AEF0346}" srcOrd="0" destOrd="0" presId="urn:microsoft.com/office/officeart/2018/2/layout/IconCircleList"/>
    <dgm:cxn modelId="{7F7CC167-AA62-456D-8ACD-0E801D0364C8}" srcId="{5B68EA93-3301-4FFE-9F10-A9A3E9870B80}" destId="{DBD00E21-D06F-458E-B0F0-1AF2CFAE1692}" srcOrd="0" destOrd="0" parTransId="{7481B8D5-A28D-4AC0-B17E-CE32AA68F6A1}" sibTransId="{459BADBF-B75F-4B82-B0D0-9B69208100A1}"/>
    <dgm:cxn modelId="{D9DD4C4A-1C06-4237-80FA-B65EE0462C03}" type="presOf" srcId="{DBD00E21-D06F-458E-B0F0-1AF2CFAE1692}" destId="{1872B1E1-AFF5-4C85-8B99-13335D1E5D92}" srcOrd="0" destOrd="0" presId="urn:microsoft.com/office/officeart/2018/2/layout/IconCircleList"/>
    <dgm:cxn modelId="{183F2D7B-BC29-49DE-8053-CF57B5BA2C93}" type="presOf" srcId="{DFDC94F4-ADC2-42F2-9632-5E7BCDE4CFE2}" destId="{5DF86B9B-BDE9-4978-964B-EE0982BCCF58}" srcOrd="0" destOrd="0" presId="urn:microsoft.com/office/officeart/2018/2/layout/IconCircleList"/>
    <dgm:cxn modelId="{04546A96-E66C-4846-8DAB-8ABA3A53FE7F}" srcId="{5B68EA93-3301-4FFE-9F10-A9A3E9870B80}" destId="{CA1D723F-2A20-4E21-81A9-936544BE3CD1}" srcOrd="1" destOrd="0" parTransId="{EAC9B81E-5CAE-4403-BEFC-2A0DD5220097}" sibTransId="{DFDC94F4-ADC2-42F2-9632-5E7BCDE4CFE2}"/>
    <dgm:cxn modelId="{3B0DE4A1-49E7-4097-BAB2-343C69A472E6}" srcId="{5B68EA93-3301-4FFE-9F10-A9A3E9870B80}" destId="{FC7B464E-4390-4943-A1A2-A17052E0BCA1}" srcOrd="3" destOrd="0" parTransId="{4B740545-793B-4BE0-84D4-B05D20681052}" sibTransId="{B6CBFE04-E134-40B9-A3C9-C389778FC8EA}"/>
    <dgm:cxn modelId="{98D247B4-D94E-42B5-A746-8764D2C21D62}" srcId="{5B68EA93-3301-4FFE-9F10-A9A3E9870B80}" destId="{F6069E3F-2550-4A4D-855D-BA7A86C7F2D6}" srcOrd="2" destOrd="0" parTransId="{BD7CACFC-3F00-4535-A3AD-00321157D3D7}" sibTransId="{F342F35F-2952-48A0-B484-38D817A58F5F}"/>
    <dgm:cxn modelId="{8DC74AD6-536E-4914-AB6E-7E62316EE326}" type="presOf" srcId="{5B68EA93-3301-4FFE-9F10-A9A3E9870B80}" destId="{9FFA0D1C-E543-4C0D-8BB7-628F2143D1F5}" srcOrd="0" destOrd="0" presId="urn:microsoft.com/office/officeart/2018/2/layout/IconCircleList"/>
    <dgm:cxn modelId="{5E7EB1DA-5D6F-4A0C-9CB5-1E7C793E36F6}" type="presOf" srcId="{FC7B464E-4390-4943-A1A2-A17052E0BCA1}" destId="{0A7F8882-D049-4C4A-8579-5F55ACBFB191}" srcOrd="0" destOrd="0" presId="urn:microsoft.com/office/officeart/2018/2/layout/IconCircleList"/>
    <dgm:cxn modelId="{A4F59AF5-EB50-4FE6-B88D-3BE577B8A17D}" type="presOf" srcId="{CA1D723F-2A20-4E21-81A9-936544BE3CD1}" destId="{3CD0083B-0F65-4E72-95B7-E0C591A6688C}" srcOrd="0" destOrd="0" presId="urn:microsoft.com/office/officeart/2018/2/layout/IconCircleList"/>
    <dgm:cxn modelId="{CAE45FC2-BF83-44E6-B358-D93414984A57}" type="presParOf" srcId="{9FFA0D1C-E543-4C0D-8BB7-628F2143D1F5}" destId="{307BC792-9D4E-4441-8255-B1A838F4D42A}" srcOrd="0" destOrd="0" presId="urn:microsoft.com/office/officeart/2018/2/layout/IconCircleList"/>
    <dgm:cxn modelId="{AAEE4E71-2803-45E5-B423-DB200467A452}" type="presParOf" srcId="{307BC792-9D4E-4441-8255-B1A838F4D42A}" destId="{7A2DBECC-B57E-445D-B952-BE7E693BA453}" srcOrd="0" destOrd="0" presId="urn:microsoft.com/office/officeart/2018/2/layout/IconCircleList"/>
    <dgm:cxn modelId="{23317341-72AB-4C0E-BCAB-8452BE511753}" type="presParOf" srcId="{7A2DBECC-B57E-445D-B952-BE7E693BA453}" destId="{D98B17B9-FEE8-41F7-AC40-1E7D0CA309D6}" srcOrd="0" destOrd="0" presId="urn:microsoft.com/office/officeart/2018/2/layout/IconCircleList"/>
    <dgm:cxn modelId="{43B921E5-1510-40D1-9D26-9487191D04AF}" type="presParOf" srcId="{7A2DBECC-B57E-445D-B952-BE7E693BA453}" destId="{3A4C2A27-B77C-42EE-AB1A-CED811E20F60}" srcOrd="1" destOrd="0" presId="urn:microsoft.com/office/officeart/2018/2/layout/IconCircleList"/>
    <dgm:cxn modelId="{8E60DA75-21D1-4949-9D80-FDACC2FFE17C}" type="presParOf" srcId="{7A2DBECC-B57E-445D-B952-BE7E693BA453}" destId="{6494A0E2-8EB1-4B6B-930C-2409BB5ED664}" srcOrd="2" destOrd="0" presId="urn:microsoft.com/office/officeart/2018/2/layout/IconCircleList"/>
    <dgm:cxn modelId="{1CE941F8-C451-4CB0-A68F-FD0D09F2B08C}" type="presParOf" srcId="{7A2DBECC-B57E-445D-B952-BE7E693BA453}" destId="{1872B1E1-AFF5-4C85-8B99-13335D1E5D92}" srcOrd="3" destOrd="0" presId="urn:microsoft.com/office/officeart/2018/2/layout/IconCircleList"/>
    <dgm:cxn modelId="{1F4322A7-DBF7-4641-B727-71101F11EFC4}" type="presParOf" srcId="{307BC792-9D4E-4441-8255-B1A838F4D42A}" destId="{F21BE744-58B4-4806-B9EF-03CB8AEF0346}" srcOrd="1" destOrd="0" presId="urn:microsoft.com/office/officeart/2018/2/layout/IconCircleList"/>
    <dgm:cxn modelId="{6392F6B9-B31D-4175-A79C-DA8B0449E173}" type="presParOf" srcId="{307BC792-9D4E-4441-8255-B1A838F4D42A}" destId="{1D467FC1-6F4F-4E08-A778-D9243A1B8B97}" srcOrd="2" destOrd="0" presId="urn:microsoft.com/office/officeart/2018/2/layout/IconCircleList"/>
    <dgm:cxn modelId="{B8D260CE-FEAD-44C1-87C0-E287D2D69DA0}" type="presParOf" srcId="{1D467FC1-6F4F-4E08-A778-D9243A1B8B97}" destId="{FFB00356-D3DF-42EA-81A0-667C63E835E4}" srcOrd="0" destOrd="0" presId="urn:microsoft.com/office/officeart/2018/2/layout/IconCircleList"/>
    <dgm:cxn modelId="{984BBF29-8BB6-45F8-88C2-82B73C1DCFA1}" type="presParOf" srcId="{1D467FC1-6F4F-4E08-A778-D9243A1B8B97}" destId="{3E77F95A-BEB4-4CAF-B9D6-46BD0C0B8E35}" srcOrd="1" destOrd="0" presId="urn:microsoft.com/office/officeart/2018/2/layout/IconCircleList"/>
    <dgm:cxn modelId="{DF4C5F0C-3AFF-4C4A-A531-84453E5F6D08}" type="presParOf" srcId="{1D467FC1-6F4F-4E08-A778-D9243A1B8B97}" destId="{B4E7E530-5819-4860-829B-39863C66E0F5}" srcOrd="2" destOrd="0" presId="urn:microsoft.com/office/officeart/2018/2/layout/IconCircleList"/>
    <dgm:cxn modelId="{D422F87E-8263-446B-BC6E-A5EB3DC1E07A}" type="presParOf" srcId="{1D467FC1-6F4F-4E08-A778-D9243A1B8B97}" destId="{3CD0083B-0F65-4E72-95B7-E0C591A6688C}" srcOrd="3" destOrd="0" presId="urn:microsoft.com/office/officeart/2018/2/layout/IconCircleList"/>
    <dgm:cxn modelId="{0376B06D-995A-4757-BA85-E8A38C6A417C}" type="presParOf" srcId="{307BC792-9D4E-4441-8255-B1A838F4D42A}" destId="{5DF86B9B-BDE9-4978-964B-EE0982BCCF58}" srcOrd="3" destOrd="0" presId="urn:microsoft.com/office/officeart/2018/2/layout/IconCircleList"/>
    <dgm:cxn modelId="{B15C75CD-C3CA-458D-A96D-A0C2DF4810E8}" type="presParOf" srcId="{307BC792-9D4E-4441-8255-B1A838F4D42A}" destId="{A25060FC-7C63-4FA1-AB2A-5381E2D09BE8}" srcOrd="4" destOrd="0" presId="urn:microsoft.com/office/officeart/2018/2/layout/IconCircleList"/>
    <dgm:cxn modelId="{6FB161D3-588C-48A3-A01C-E7F020E082BC}" type="presParOf" srcId="{A25060FC-7C63-4FA1-AB2A-5381E2D09BE8}" destId="{D0ED17BA-47FB-48A2-879C-6C30302E5AF4}" srcOrd="0" destOrd="0" presId="urn:microsoft.com/office/officeart/2018/2/layout/IconCircleList"/>
    <dgm:cxn modelId="{06F4C2AF-0B8F-401C-BAF8-62688ABCD655}" type="presParOf" srcId="{A25060FC-7C63-4FA1-AB2A-5381E2D09BE8}" destId="{4985A826-402B-45EB-BBE6-5606DA3FFBC5}" srcOrd="1" destOrd="0" presId="urn:microsoft.com/office/officeart/2018/2/layout/IconCircleList"/>
    <dgm:cxn modelId="{D18607FB-355B-427C-A1AA-DE0EAF95BF34}" type="presParOf" srcId="{A25060FC-7C63-4FA1-AB2A-5381E2D09BE8}" destId="{32DB9D21-9BA1-4E4B-AF69-738D95717067}" srcOrd="2" destOrd="0" presId="urn:microsoft.com/office/officeart/2018/2/layout/IconCircleList"/>
    <dgm:cxn modelId="{D5A0C2B4-1975-4E49-B745-E9902625EDCB}" type="presParOf" srcId="{A25060FC-7C63-4FA1-AB2A-5381E2D09BE8}" destId="{C2BFD0AD-5BD5-4DC3-A9AB-390E77CB9EC4}" srcOrd="3" destOrd="0" presId="urn:microsoft.com/office/officeart/2018/2/layout/IconCircleList"/>
    <dgm:cxn modelId="{732A37FD-3846-4F6F-ADDE-52578A6E3EB2}" type="presParOf" srcId="{307BC792-9D4E-4441-8255-B1A838F4D42A}" destId="{DBA303F2-C7E6-44A7-957B-9E6FFE033191}" srcOrd="5" destOrd="0" presId="urn:microsoft.com/office/officeart/2018/2/layout/IconCircleList"/>
    <dgm:cxn modelId="{573E58AE-A53E-4635-8A29-E9158F5B6F46}" type="presParOf" srcId="{307BC792-9D4E-4441-8255-B1A838F4D42A}" destId="{C8D14D9B-9B4D-483D-B242-74B7483E2B1B}" srcOrd="6" destOrd="0" presId="urn:microsoft.com/office/officeart/2018/2/layout/IconCircleList"/>
    <dgm:cxn modelId="{96779BA7-A2D7-49D3-AE4B-DF42650DD574}" type="presParOf" srcId="{C8D14D9B-9B4D-483D-B242-74B7483E2B1B}" destId="{D7955C95-DDF0-4A07-BD36-2A8258C7F576}" srcOrd="0" destOrd="0" presId="urn:microsoft.com/office/officeart/2018/2/layout/IconCircleList"/>
    <dgm:cxn modelId="{7DDD5BD1-EA00-4AF5-AE76-C673CD8570AC}" type="presParOf" srcId="{C8D14D9B-9B4D-483D-B242-74B7483E2B1B}" destId="{C15BCAFC-4167-4B31-BDA9-47BE5768DF33}" srcOrd="1" destOrd="0" presId="urn:microsoft.com/office/officeart/2018/2/layout/IconCircleList"/>
    <dgm:cxn modelId="{0E29E905-B88C-4C41-930D-FD97C79D1A97}" type="presParOf" srcId="{C8D14D9B-9B4D-483D-B242-74B7483E2B1B}" destId="{4B6D595D-C46F-46E6-905D-FE8AA6D5217F}" srcOrd="2" destOrd="0" presId="urn:microsoft.com/office/officeart/2018/2/layout/IconCircleList"/>
    <dgm:cxn modelId="{AD6E8815-87FC-496C-8A01-97BC595F1D44}" type="presParOf" srcId="{C8D14D9B-9B4D-483D-B242-74B7483E2B1B}" destId="{0A7F8882-D049-4C4A-8579-5F55ACBFB191}"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49066D-E007-4CB0-9A6B-A95A4CC83EA4}"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6B0D7313-ECAA-4026-9B3C-53553A4EB29A}">
      <dgm:prSet/>
      <dgm:spPr/>
      <dgm:t>
        <a:bodyPr/>
        <a:lstStyle/>
        <a:p>
          <a:r>
            <a:rPr lang="en-US" dirty="0"/>
            <a:t>Account creation</a:t>
          </a:r>
        </a:p>
      </dgm:t>
    </dgm:pt>
    <dgm:pt modelId="{8B4C3795-D49C-4D0F-ADCD-97CF195FA472}" type="parTrans" cxnId="{3B6D0A0A-6264-4E17-AAFD-15A56AFD5DD9}">
      <dgm:prSet/>
      <dgm:spPr/>
      <dgm:t>
        <a:bodyPr/>
        <a:lstStyle/>
        <a:p>
          <a:endParaRPr lang="en-US"/>
        </a:p>
      </dgm:t>
    </dgm:pt>
    <dgm:pt modelId="{4426B0F4-71F5-4DC0-BF95-BA55CDD353AF}" type="sibTrans" cxnId="{3B6D0A0A-6264-4E17-AAFD-15A56AFD5DD9}">
      <dgm:prSet/>
      <dgm:spPr/>
      <dgm:t>
        <a:bodyPr/>
        <a:lstStyle/>
        <a:p>
          <a:endParaRPr lang="en-US"/>
        </a:p>
      </dgm:t>
    </dgm:pt>
    <dgm:pt modelId="{CFCAFBD2-83E7-4E7B-B958-5AA38E4758B9}">
      <dgm:prSet/>
      <dgm:spPr/>
      <dgm:t>
        <a:bodyPr/>
        <a:lstStyle/>
        <a:p>
          <a:r>
            <a:rPr lang="en-US" dirty="0"/>
            <a:t>A working API that reliably gets data from the database and transfers it over to the front end.</a:t>
          </a:r>
        </a:p>
      </dgm:t>
    </dgm:pt>
    <dgm:pt modelId="{861440F0-E5F3-421D-803C-EF382AA09604}" type="parTrans" cxnId="{F27A2354-5507-4FCB-AA0E-5C9E3C61E023}">
      <dgm:prSet/>
      <dgm:spPr/>
      <dgm:t>
        <a:bodyPr/>
        <a:lstStyle/>
        <a:p>
          <a:endParaRPr lang="en-US"/>
        </a:p>
      </dgm:t>
    </dgm:pt>
    <dgm:pt modelId="{2EFCC63C-89C8-4686-B7A9-1EC8C919EEE0}" type="sibTrans" cxnId="{F27A2354-5507-4FCB-AA0E-5C9E3C61E023}">
      <dgm:prSet/>
      <dgm:spPr/>
      <dgm:t>
        <a:bodyPr/>
        <a:lstStyle/>
        <a:p>
          <a:endParaRPr lang="en-US"/>
        </a:p>
      </dgm:t>
    </dgm:pt>
    <dgm:pt modelId="{AEA2B11D-16D7-4903-AE67-8B53F6EB0439}">
      <dgm:prSet/>
      <dgm:spPr/>
      <dgm:t>
        <a:bodyPr/>
        <a:lstStyle/>
        <a:p>
          <a:r>
            <a:rPr lang="en-US" dirty="0"/>
            <a:t>Be able to see recommended products at the top</a:t>
          </a:r>
        </a:p>
      </dgm:t>
    </dgm:pt>
    <dgm:pt modelId="{3454BEE0-384F-4267-B3DE-01D3E7403BD3}" type="parTrans" cxnId="{8947AC88-9105-4CE6-9A1F-9ADFFCC1021A}">
      <dgm:prSet/>
      <dgm:spPr/>
      <dgm:t>
        <a:bodyPr/>
        <a:lstStyle/>
        <a:p>
          <a:endParaRPr lang="en-US"/>
        </a:p>
      </dgm:t>
    </dgm:pt>
    <dgm:pt modelId="{C16E9118-30B4-40FF-8A36-9937F511D6F9}" type="sibTrans" cxnId="{8947AC88-9105-4CE6-9A1F-9ADFFCC1021A}">
      <dgm:prSet/>
      <dgm:spPr/>
      <dgm:t>
        <a:bodyPr/>
        <a:lstStyle/>
        <a:p>
          <a:endParaRPr lang="en-US"/>
        </a:p>
      </dgm:t>
    </dgm:pt>
    <dgm:pt modelId="{CE99F506-D083-44F1-8569-F143AA96C3FA}">
      <dgm:prSet/>
      <dgm:spPr/>
      <dgm:t>
        <a:bodyPr/>
        <a:lstStyle/>
        <a:p>
          <a:r>
            <a:rPr lang="en-US" dirty="0"/>
            <a:t>Working comment box</a:t>
          </a:r>
        </a:p>
      </dgm:t>
    </dgm:pt>
    <dgm:pt modelId="{D26812C3-1C90-4AB4-ABF7-52CEE5BD23C8}" type="parTrans" cxnId="{88C6F692-C655-4E97-871C-399E1F2D092F}">
      <dgm:prSet/>
      <dgm:spPr/>
      <dgm:t>
        <a:bodyPr/>
        <a:lstStyle/>
        <a:p>
          <a:endParaRPr lang="en-US"/>
        </a:p>
      </dgm:t>
    </dgm:pt>
    <dgm:pt modelId="{354110A7-5349-4586-A1CC-E76D0569A76C}" type="sibTrans" cxnId="{88C6F692-C655-4E97-871C-399E1F2D092F}">
      <dgm:prSet/>
      <dgm:spPr/>
      <dgm:t>
        <a:bodyPr/>
        <a:lstStyle/>
        <a:p>
          <a:endParaRPr lang="en-US"/>
        </a:p>
      </dgm:t>
    </dgm:pt>
    <dgm:pt modelId="{ED19D4E8-7063-46C5-8F90-FB5511F4BA84}">
      <dgm:prSet/>
      <dgm:spPr/>
      <dgm:t>
        <a:bodyPr/>
        <a:lstStyle/>
        <a:p>
          <a:r>
            <a:rPr lang="en-US" dirty="0"/>
            <a:t>Working product button clicks</a:t>
          </a:r>
        </a:p>
      </dgm:t>
    </dgm:pt>
    <dgm:pt modelId="{044840BC-9F6E-4278-AC58-03F602790FA4}" type="parTrans" cxnId="{CA2EE501-55C5-4D30-8677-5C9A38E668F7}">
      <dgm:prSet/>
      <dgm:spPr/>
      <dgm:t>
        <a:bodyPr/>
        <a:lstStyle/>
        <a:p>
          <a:endParaRPr lang="en-US"/>
        </a:p>
      </dgm:t>
    </dgm:pt>
    <dgm:pt modelId="{FB153F21-8A34-4F40-9595-65F613D9FA52}" type="sibTrans" cxnId="{CA2EE501-55C5-4D30-8677-5C9A38E668F7}">
      <dgm:prSet/>
      <dgm:spPr/>
      <dgm:t>
        <a:bodyPr/>
        <a:lstStyle/>
        <a:p>
          <a:endParaRPr lang="en-US"/>
        </a:p>
      </dgm:t>
    </dgm:pt>
    <dgm:pt modelId="{4504D4BD-B68E-4727-B968-35B1F5BCA26F}" type="pres">
      <dgm:prSet presAssocID="{ED49066D-E007-4CB0-9A6B-A95A4CC83EA4}" presName="diagram" presStyleCnt="0">
        <dgm:presLayoutVars>
          <dgm:dir/>
          <dgm:resizeHandles val="exact"/>
        </dgm:presLayoutVars>
      </dgm:prSet>
      <dgm:spPr/>
    </dgm:pt>
    <dgm:pt modelId="{E3DF89B0-7593-422B-B9F6-3192AF4FB469}" type="pres">
      <dgm:prSet presAssocID="{6B0D7313-ECAA-4026-9B3C-53553A4EB29A}" presName="node" presStyleLbl="node1" presStyleIdx="0" presStyleCnt="5">
        <dgm:presLayoutVars>
          <dgm:bulletEnabled val="1"/>
        </dgm:presLayoutVars>
      </dgm:prSet>
      <dgm:spPr/>
    </dgm:pt>
    <dgm:pt modelId="{EE7BD2ED-EE58-43BC-BFE0-93A2F8AB604B}" type="pres">
      <dgm:prSet presAssocID="{4426B0F4-71F5-4DC0-BF95-BA55CDD353AF}" presName="sibTrans" presStyleCnt="0"/>
      <dgm:spPr/>
    </dgm:pt>
    <dgm:pt modelId="{7BE337BF-D7EF-4145-A393-C530531CB64A}" type="pres">
      <dgm:prSet presAssocID="{CE99F506-D083-44F1-8569-F143AA96C3FA}" presName="node" presStyleLbl="node1" presStyleIdx="1" presStyleCnt="5">
        <dgm:presLayoutVars>
          <dgm:bulletEnabled val="1"/>
        </dgm:presLayoutVars>
      </dgm:prSet>
      <dgm:spPr/>
    </dgm:pt>
    <dgm:pt modelId="{92B050DE-F8A1-48D6-8902-759ECA76E53E}" type="pres">
      <dgm:prSet presAssocID="{354110A7-5349-4586-A1CC-E76D0569A76C}" presName="sibTrans" presStyleCnt="0"/>
      <dgm:spPr/>
    </dgm:pt>
    <dgm:pt modelId="{C9916F02-3327-4B2A-B7E6-E3A117165F2F}" type="pres">
      <dgm:prSet presAssocID="{ED19D4E8-7063-46C5-8F90-FB5511F4BA84}" presName="node" presStyleLbl="node1" presStyleIdx="2" presStyleCnt="5">
        <dgm:presLayoutVars>
          <dgm:bulletEnabled val="1"/>
        </dgm:presLayoutVars>
      </dgm:prSet>
      <dgm:spPr/>
    </dgm:pt>
    <dgm:pt modelId="{E87BD6C9-84AA-46DE-B611-A671F6C64EF8}" type="pres">
      <dgm:prSet presAssocID="{FB153F21-8A34-4F40-9595-65F613D9FA52}" presName="sibTrans" presStyleCnt="0"/>
      <dgm:spPr/>
    </dgm:pt>
    <dgm:pt modelId="{000D45F2-FEF2-4F7B-BD95-66A8B43A30FE}" type="pres">
      <dgm:prSet presAssocID="{CFCAFBD2-83E7-4E7B-B958-5AA38E4758B9}" presName="node" presStyleLbl="node1" presStyleIdx="3" presStyleCnt="5">
        <dgm:presLayoutVars>
          <dgm:bulletEnabled val="1"/>
        </dgm:presLayoutVars>
      </dgm:prSet>
      <dgm:spPr/>
    </dgm:pt>
    <dgm:pt modelId="{98E3A29F-960E-4FA2-925D-6ABD8AF46D50}" type="pres">
      <dgm:prSet presAssocID="{2EFCC63C-89C8-4686-B7A9-1EC8C919EEE0}" presName="sibTrans" presStyleCnt="0"/>
      <dgm:spPr/>
    </dgm:pt>
    <dgm:pt modelId="{02D8005C-05EE-433D-B432-3625B2188E0E}" type="pres">
      <dgm:prSet presAssocID="{AEA2B11D-16D7-4903-AE67-8B53F6EB0439}" presName="node" presStyleLbl="node1" presStyleIdx="4" presStyleCnt="5">
        <dgm:presLayoutVars>
          <dgm:bulletEnabled val="1"/>
        </dgm:presLayoutVars>
      </dgm:prSet>
      <dgm:spPr/>
    </dgm:pt>
  </dgm:ptLst>
  <dgm:cxnLst>
    <dgm:cxn modelId="{CA2EE501-55C5-4D30-8677-5C9A38E668F7}" srcId="{ED49066D-E007-4CB0-9A6B-A95A4CC83EA4}" destId="{ED19D4E8-7063-46C5-8F90-FB5511F4BA84}" srcOrd="2" destOrd="0" parTransId="{044840BC-9F6E-4278-AC58-03F602790FA4}" sibTransId="{FB153F21-8A34-4F40-9595-65F613D9FA52}"/>
    <dgm:cxn modelId="{3B6D0A0A-6264-4E17-AAFD-15A56AFD5DD9}" srcId="{ED49066D-E007-4CB0-9A6B-A95A4CC83EA4}" destId="{6B0D7313-ECAA-4026-9B3C-53553A4EB29A}" srcOrd="0" destOrd="0" parTransId="{8B4C3795-D49C-4D0F-ADCD-97CF195FA472}" sibTransId="{4426B0F4-71F5-4DC0-BF95-BA55CDD353AF}"/>
    <dgm:cxn modelId="{4274806E-8DE0-4C3E-AE1E-45FA9368C44A}" type="presOf" srcId="{CFCAFBD2-83E7-4E7B-B958-5AA38E4758B9}" destId="{000D45F2-FEF2-4F7B-BD95-66A8B43A30FE}" srcOrd="0" destOrd="0" presId="urn:microsoft.com/office/officeart/2005/8/layout/default"/>
    <dgm:cxn modelId="{F27A2354-5507-4FCB-AA0E-5C9E3C61E023}" srcId="{ED49066D-E007-4CB0-9A6B-A95A4CC83EA4}" destId="{CFCAFBD2-83E7-4E7B-B958-5AA38E4758B9}" srcOrd="3" destOrd="0" parTransId="{861440F0-E5F3-421D-803C-EF382AA09604}" sibTransId="{2EFCC63C-89C8-4686-B7A9-1EC8C919EEE0}"/>
    <dgm:cxn modelId="{8947AC88-9105-4CE6-9A1F-9ADFFCC1021A}" srcId="{ED49066D-E007-4CB0-9A6B-A95A4CC83EA4}" destId="{AEA2B11D-16D7-4903-AE67-8B53F6EB0439}" srcOrd="4" destOrd="0" parTransId="{3454BEE0-384F-4267-B3DE-01D3E7403BD3}" sibTransId="{C16E9118-30B4-40FF-8A36-9937F511D6F9}"/>
    <dgm:cxn modelId="{88C6F692-C655-4E97-871C-399E1F2D092F}" srcId="{ED49066D-E007-4CB0-9A6B-A95A4CC83EA4}" destId="{CE99F506-D083-44F1-8569-F143AA96C3FA}" srcOrd="1" destOrd="0" parTransId="{D26812C3-1C90-4AB4-ABF7-52CEE5BD23C8}" sibTransId="{354110A7-5349-4586-A1CC-E76D0569A76C}"/>
    <dgm:cxn modelId="{82D380AE-8DF4-4F30-A355-F68FFAF20B37}" type="presOf" srcId="{6B0D7313-ECAA-4026-9B3C-53553A4EB29A}" destId="{E3DF89B0-7593-422B-B9F6-3192AF4FB469}" srcOrd="0" destOrd="0" presId="urn:microsoft.com/office/officeart/2005/8/layout/default"/>
    <dgm:cxn modelId="{D7BB04C2-472B-491F-B8BA-C42E1695D949}" type="presOf" srcId="{AEA2B11D-16D7-4903-AE67-8B53F6EB0439}" destId="{02D8005C-05EE-433D-B432-3625B2188E0E}" srcOrd="0" destOrd="0" presId="urn:microsoft.com/office/officeart/2005/8/layout/default"/>
    <dgm:cxn modelId="{3DA119D3-8BDD-495E-8805-CDCD19A22F2C}" type="presOf" srcId="{ED19D4E8-7063-46C5-8F90-FB5511F4BA84}" destId="{C9916F02-3327-4B2A-B7E6-E3A117165F2F}" srcOrd="0" destOrd="0" presId="urn:microsoft.com/office/officeart/2005/8/layout/default"/>
    <dgm:cxn modelId="{9BC61EDD-74B4-46B5-A8C8-3997A5C35207}" type="presOf" srcId="{ED49066D-E007-4CB0-9A6B-A95A4CC83EA4}" destId="{4504D4BD-B68E-4727-B968-35B1F5BCA26F}" srcOrd="0" destOrd="0" presId="urn:microsoft.com/office/officeart/2005/8/layout/default"/>
    <dgm:cxn modelId="{7E5951FE-DD87-4458-AF21-483B524D266B}" type="presOf" srcId="{CE99F506-D083-44F1-8569-F143AA96C3FA}" destId="{7BE337BF-D7EF-4145-A393-C530531CB64A}" srcOrd="0" destOrd="0" presId="urn:microsoft.com/office/officeart/2005/8/layout/default"/>
    <dgm:cxn modelId="{9D5EE8DE-1B82-4330-B03F-3C23C3B555F7}" type="presParOf" srcId="{4504D4BD-B68E-4727-B968-35B1F5BCA26F}" destId="{E3DF89B0-7593-422B-B9F6-3192AF4FB469}" srcOrd="0" destOrd="0" presId="urn:microsoft.com/office/officeart/2005/8/layout/default"/>
    <dgm:cxn modelId="{1EE9139D-800A-4765-ADAA-D4ED01624A37}" type="presParOf" srcId="{4504D4BD-B68E-4727-B968-35B1F5BCA26F}" destId="{EE7BD2ED-EE58-43BC-BFE0-93A2F8AB604B}" srcOrd="1" destOrd="0" presId="urn:microsoft.com/office/officeart/2005/8/layout/default"/>
    <dgm:cxn modelId="{E8B9DFE5-D328-4376-8FE0-38048CF08A5D}" type="presParOf" srcId="{4504D4BD-B68E-4727-B968-35B1F5BCA26F}" destId="{7BE337BF-D7EF-4145-A393-C530531CB64A}" srcOrd="2" destOrd="0" presId="urn:microsoft.com/office/officeart/2005/8/layout/default"/>
    <dgm:cxn modelId="{FBB65660-B99F-4C4C-98C2-D62B35DB5440}" type="presParOf" srcId="{4504D4BD-B68E-4727-B968-35B1F5BCA26F}" destId="{92B050DE-F8A1-48D6-8902-759ECA76E53E}" srcOrd="3" destOrd="0" presId="urn:microsoft.com/office/officeart/2005/8/layout/default"/>
    <dgm:cxn modelId="{682E8C59-8662-4984-A3B4-343D641A1C71}" type="presParOf" srcId="{4504D4BD-B68E-4727-B968-35B1F5BCA26F}" destId="{C9916F02-3327-4B2A-B7E6-E3A117165F2F}" srcOrd="4" destOrd="0" presId="urn:microsoft.com/office/officeart/2005/8/layout/default"/>
    <dgm:cxn modelId="{69B49EFD-ABBC-485C-94DC-21CCBFEB724C}" type="presParOf" srcId="{4504D4BD-B68E-4727-B968-35B1F5BCA26F}" destId="{E87BD6C9-84AA-46DE-B611-A671F6C64EF8}" srcOrd="5" destOrd="0" presId="urn:microsoft.com/office/officeart/2005/8/layout/default"/>
    <dgm:cxn modelId="{075CFA4A-353A-4980-B05A-AEB766F1C343}" type="presParOf" srcId="{4504D4BD-B68E-4727-B968-35B1F5BCA26F}" destId="{000D45F2-FEF2-4F7B-BD95-66A8B43A30FE}" srcOrd="6" destOrd="0" presId="urn:microsoft.com/office/officeart/2005/8/layout/default"/>
    <dgm:cxn modelId="{7AF76FED-37E7-4700-8288-7CC7D6029A5F}" type="presParOf" srcId="{4504D4BD-B68E-4727-B968-35B1F5BCA26F}" destId="{98E3A29F-960E-4FA2-925D-6ABD8AF46D50}" srcOrd="7" destOrd="0" presId="urn:microsoft.com/office/officeart/2005/8/layout/default"/>
    <dgm:cxn modelId="{A76EB7D1-AFAB-43AA-9F7E-695F2F2F5B9F}" type="presParOf" srcId="{4504D4BD-B68E-4727-B968-35B1F5BCA26F}" destId="{02D8005C-05EE-433D-B432-3625B2188E0E}"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4E3D74-4E22-46B0-8C01-AC258026396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099DBC3-37A7-4FEB-86B3-33EE25DC689B}">
      <dgm:prSet/>
      <dgm:spPr/>
      <dgm:t>
        <a:bodyPr/>
        <a:lstStyle/>
        <a:p>
          <a:r>
            <a:rPr lang="en-US" dirty="0"/>
            <a:t>A place for users to like products that can be saved for later use</a:t>
          </a:r>
        </a:p>
      </dgm:t>
    </dgm:pt>
    <dgm:pt modelId="{7BB23B98-0968-4061-A691-F03E5F4F6F16}" type="parTrans" cxnId="{4C401324-D978-46A4-8106-BD5CBCBE42F0}">
      <dgm:prSet/>
      <dgm:spPr/>
      <dgm:t>
        <a:bodyPr/>
        <a:lstStyle/>
        <a:p>
          <a:endParaRPr lang="en-US"/>
        </a:p>
      </dgm:t>
    </dgm:pt>
    <dgm:pt modelId="{2F13D8CA-1DD6-406F-9743-03B21EEC788B}" type="sibTrans" cxnId="{4C401324-D978-46A4-8106-BD5CBCBE42F0}">
      <dgm:prSet/>
      <dgm:spPr/>
      <dgm:t>
        <a:bodyPr/>
        <a:lstStyle/>
        <a:p>
          <a:endParaRPr lang="en-US"/>
        </a:p>
      </dgm:t>
    </dgm:pt>
    <dgm:pt modelId="{A373969E-14E5-4121-83DD-769B7936B1EC}">
      <dgm:prSet/>
      <dgm:spPr/>
      <dgm:t>
        <a:bodyPr/>
        <a:lstStyle/>
        <a:p>
          <a:r>
            <a:rPr lang="en-US" dirty="0"/>
            <a:t>Expand upon the commenting implementation</a:t>
          </a:r>
        </a:p>
      </dgm:t>
    </dgm:pt>
    <dgm:pt modelId="{1FB54C19-C91D-4AA3-8932-497374752487}" type="parTrans" cxnId="{7EA1FECC-9BE4-439F-94B7-A2E1446FEC33}">
      <dgm:prSet/>
      <dgm:spPr/>
      <dgm:t>
        <a:bodyPr/>
        <a:lstStyle/>
        <a:p>
          <a:endParaRPr lang="en-US"/>
        </a:p>
      </dgm:t>
    </dgm:pt>
    <dgm:pt modelId="{258EE179-4A51-433B-8604-030E661726B5}" type="sibTrans" cxnId="{7EA1FECC-9BE4-439F-94B7-A2E1446FEC33}">
      <dgm:prSet/>
      <dgm:spPr/>
      <dgm:t>
        <a:bodyPr/>
        <a:lstStyle/>
        <a:p>
          <a:endParaRPr lang="en-US"/>
        </a:p>
      </dgm:t>
    </dgm:pt>
    <dgm:pt modelId="{DE42B1A6-0929-482F-A972-50B3531AA1BE}">
      <dgm:prSet/>
      <dgm:spPr/>
      <dgm:t>
        <a:bodyPr/>
        <a:lstStyle/>
        <a:p>
          <a:r>
            <a:rPr lang="en-US" dirty="0"/>
            <a:t>Add addition functionality to comments section</a:t>
          </a:r>
        </a:p>
      </dgm:t>
    </dgm:pt>
    <dgm:pt modelId="{23643EB7-A1CF-4758-A509-C60485D45ECD}" type="parTrans" cxnId="{F72AC205-5C30-4197-9F8E-340F7B6E8043}">
      <dgm:prSet/>
      <dgm:spPr/>
      <dgm:t>
        <a:bodyPr/>
        <a:lstStyle/>
        <a:p>
          <a:endParaRPr lang="en-US"/>
        </a:p>
      </dgm:t>
    </dgm:pt>
    <dgm:pt modelId="{1E3C72F2-7512-49D9-8B73-65941C6B617E}" type="sibTrans" cxnId="{F72AC205-5C30-4197-9F8E-340F7B6E8043}">
      <dgm:prSet/>
      <dgm:spPr/>
      <dgm:t>
        <a:bodyPr/>
        <a:lstStyle/>
        <a:p>
          <a:endParaRPr lang="en-US"/>
        </a:p>
      </dgm:t>
    </dgm:pt>
    <dgm:pt modelId="{ED3AD835-3F53-45E6-A9EA-08240407F29E}">
      <dgm:prSet/>
      <dgm:spPr/>
      <dgm:t>
        <a:bodyPr/>
        <a:lstStyle/>
        <a:p>
          <a:r>
            <a:rPr lang="en-US" dirty="0"/>
            <a:t>More reliable and better fitting suggestions at the top of the list when they are looking at their home screen.</a:t>
          </a:r>
        </a:p>
      </dgm:t>
    </dgm:pt>
    <dgm:pt modelId="{A791D7C2-3D73-42B8-9BE8-DEE50411CFF3}" type="parTrans" cxnId="{62DA1192-C191-486F-8E43-5F53856C7B8A}">
      <dgm:prSet/>
      <dgm:spPr/>
      <dgm:t>
        <a:bodyPr/>
        <a:lstStyle/>
        <a:p>
          <a:endParaRPr lang="en-US"/>
        </a:p>
      </dgm:t>
    </dgm:pt>
    <dgm:pt modelId="{62C6B67E-8E8B-4D4C-9589-502AEC61E48B}" type="sibTrans" cxnId="{62DA1192-C191-486F-8E43-5F53856C7B8A}">
      <dgm:prSet/>
      <dgm:spPr/>
      <dgm:t>
        <a:bodyPr/>
        <a:lstStyle/>
        <a:p>
          <a:endParaRPr lang="en-US"/>
        </a:p>
      </dgm:t>
    </dgm:pt>
    <dgm:pt modelId="{7815F6CB-5078-4999-8627-53BA9295127D}">
      <dgm:prSet/>
      <dgm:spPr/>
      <dgm:t>
        <a:bodyPr/>
        <a:lstStyle/>
        <a:p>
          <a:r>
            <a:rPr lang="en-US" dirty="0"/>
            <a:t>Real time price updates to get the latest prices from the sites.</a:t>
          </a:r>
        </a:p>
      </dgm:t>
    </dgm:pt>
    <dgm:pt modelId="{D9BE1236-6E26-4887-84DD-B55E947566BA}" type="parTrans" cxnId="{11E314FB-4DFA-4950-84D8-2AA74C54179E}">
      <dgm:prSet/>
      <dgm:spPr/>
      <dgm:t>
        <a:bodyPr/>
        <a:lstStyle/>
        <a:p>
          <a:endParaRPr lang="en-US"/>
        </a:p>
      </dgm:t>
    </dgm:pt>
    <dgm:pt modelId="{25840DAA-952F-4526-9EBB-9F5CE0B4E0D0}" type="sibTrans" cxnId="{11E314FB-4DFA-4950-84D8-2AA74C54179E}">
      <dgm:prSet/>
      <dgm:spPr/>
      <dgm:t>
        <a:bodyPr/>
        <a:lstStyle/>
        <a:p>
          <a:endParaRPr lang="en-US"/>
        </a:p>
      </dgm:t>
    </dgm:pt>
    <dgm:pt modelId="{AC966652-CE8B-42AD-A78A-5D3184AD6D65}" type="pres">
      <dgm:prSet presAssocID="{D94E3D74-4E22-46B0-8C01-AC258026396D}" presName="diagram" presStyleCnt="0">
        <dgm:presLayoutVars>
          <dgm:dir/>
          <dgm:resizeHandles val="exact"/>
        </dgm:presLayoutVars>
      </dgm:prSet>
      <dgm:spPr/>
    </dgm:pt>
    <dgm:pt modelId="{BA12E973-B49A-40E8-B9B2-16DA08A1CA32}" type="pres">
      <dgm:prSet presAssocID="{8099DBC3-37A7-4FEB-86B3-33EE25DC689B}" presName="node" presStyleLbl="node1" presStyleIdx="0" presStyleCnt="5">
        <dgm:presLayoutVars>
          <dgm:bulletEnabled val="1"/>
        </dgm:presLayoutVars>
      </dgm:prSet>
      <dgm:spPr/>
    </dgm:pt>
    <dgm:pt modelId="{1EB193FA-963E-4D33-8580-24B55DFE3965}" type="pres">
      <dgm:prSet presAssocID="{2F13D8CA-1DD6-406F-9743-03B21EEC788B}" presName="sibTrans" presStyleCnt="0"/>
      <dgm:spPr/>
    </dgm:pt>
    <dgm:pt modelId="{1C5E0D1F-F130-491D-9F49-BAEBD1562409}" type="pres">
      <dgm:prSet presAssocID="{A373969E-14E5-4121-83DD-769B7936B1EC}" presName="node" presStyleLbl="node1" presStyleIdx="1" presStyleCnt="5">
        <dgm:presLayoutVars>
          <dgm:bulletEnabled val="1"/>
        </dgm:presLayoutVars>
      </dgm:prSet>
      <dgm:spPr/>
    </dgm:pt>
    <dgm:pt modelId="{300F5E19-2FB1-4BCB-83E4-5D7047AF6B4C}" type="pres">
      <dgm:prSet presAssocID="{258EE179-4A51-433B-8604-030E661726B5}" presName="sibTrans" presStyleCnt="0"/>
      <dgm:spPr/>
    </dgm:pt>
    <dgm:pt modelId="{F59E4159-1235-4C79-8C7B-A59E0553B354}" type="pres">
      <dgm:prSet presAssocID="{DE42B1A6-0929-482F-A972-50B3531AA1BE}" presName="node" presStyleLbl="node1" presStyleIdx="2" presStyleCnt="5">
        <dgm:presLayoutVars>
          <dgm:bulletEnabled val="1"/>
        </dgm:presLayoutVars>
      </dgm:prSet>
      <dgm:spPr/>
    </dgm:pt>
    <dgm:pt modelId="{FE8C8F7F-1DFE-404F-A1B7-EE6A5662A314}" type="pres">
      <dgm:prSet presAssocID="{1E3C72F2-7512-49D9-8B73-65941C6B617E}" presName="sibTrans" presStyleCnt="0"/>
      <dgm:spPr/>
    </dgm:pt>
    <dgm:pt modelId="{3E42608E-9F33-41FB-A596-81C694A3EB4C}" type="pres">
      <dgm:prSet presAssocID="{ED3AD835-3F53-45E6-A9EA-08240407F29E}" presName="node" presStyleLbl="node1" presStyleIdx="3" presStyleCnt="5">
        <dgm:presLayoutVars>
          <dgm:bulletEnabled val="1"/>
        </dgm:presLayoutVars>
      </dgm:prSet>
      <dgm:spPr/>
    </dgm:pt>
    <dgm:pt modelId="{8FCF65EB-FFCC-4984-8B63-4E3FC90BD0CD}" type="pres">
      <dgm:prSet presAssocID="{62C6B67E-8E8B-4D4C-9589-502AEC61E48B}" presName="sibTrans" presStyleCnt="0"/>
      <dgm:spPr/>
    </dgm:pt>
    <dgm:pt modelId="{6D3A5E40-5511-487C-8233-962300B78AD8}" type="pres">
      <dgm:prSet presAssocID="{7815F6CB-5078-4999-8627-53BA9295127D}" presName="node" presStyleLbl="node1" presStyleIdx="4" presStyleCnt="5">
        <dgm:presLayoutVars>
          <dgm:bulletEnabled val="1"/>
        </dgm:presLayoutVars>
      </dgm:prSet>
      <dgm:spPr/>
    </dgm:pt>
  </dgm:ptLst>
  <dgm:cxnLst>
    <dgm:cxn modelId="{F72AC205-5C30-4197-9F8E-340F7B6E8043}" srcId="{D94E3D74-4E22-46B0-8C01-AC258026396D}" destId="{DE42B1A6-0929-482F-A972-50B3531AA1BE}" srcOrd="2" destOrd="0" parTransId="{23643EB7-A1CF-4758-A509-C60485D45ECD}" sibTransId="{1E3C72F2-7512-49D9-8B73-65941C6B617E}"/>
    <dgm:cxn modelId="{E3EA0107-3F8B-4BA3-AC71-A1FCA9CB480C}" type="presOf" srcId="{ED3AD835-3F53-45E6-A9EA-08240407F29E}" destId="{3E42608E-9F33-41FB-A596-81C694A3EB4C}" srcOrd="0" destOrd="0" presId="urn:microsoft.com/office/officeart/2005/8/layout/default"/>
    <dgm:cxn modelId="{953A3B18-DFC2-461F-A6BF-FC79196BAD33}" type="presOf" srcId="{DE42B1A6-0929-482F-A972-50B3531AA1BE}" destId="{F59E4159-1235-4C79-8C7B-A59E0553B354}" srcOrd="0" destOrd="0" presId="urn:microsoft.com/office/officeart/2005/8/layout/default"/>
    <dgm:cxn modelId="{4C401324-D978-46A4-8106-BD5CBCBE42F0}" srcId="{D94E3D74-4E22-46B0-8C01-AC258026396D}" destId="{8099DBC3-37A7-4FEB-86B3-33EE25DC689B}" srcOrd="0" destOrd="0" parTransId="{7BB23B98-0968-4061-A691-F03E5F4F6F16}" sibTransId="{2F13D8CA-1DD6-406F-9743-03B21EEC788B}"/>
    <dgm:cxn modelId="{93A33A48-C9C1-40E1-B118-00F9EA99C1C2}" type="presOf" srcId="{A373969E-14E5-4121-83DD-769B7936B1EC}" destId="{1C5E0D1F-F130-491D-9F49-BAEBD1562409}" srcOrd="0" destOrd="0" presId="urn:microsoft.com/office/officeart/2005/8/layout/default"/>
    <dgm:cxn modelId="{34AD677C-4DD7-4206-A80B-15722DCD656D}" type="presOf" srcId="{8099DBC3-37A7-4FEB-86B3-33EE25DC689B}" destId="{BA12E973-B49A-40E8-B9B2-16DA08A1CA32}" srcOrd="0" destOrd="0" presId="urn:microsoft.com/office/officeart/2005/8/layout/default"/>
    <dgm:cxn modelId="{886AC282-CCDF-49B0-B4D6-5BEDC3264793}" type="presOf" srcId="{7815F6CB-5078-4999-8627-53BA9295127D}" destId="{6D3A5E40-5511-487C-8233-962300B78AD8}" srcOrd="0" destOrd="0" presId="urn:microsoft.com/office/officeart/2005/8/layout/default"/>
    <dgm:cxn modelId="{62DA1192-C191-486F-8E43-5F53856C7B8A}" srcId="{D94E3D74-4E22-46B0-8C01-AC258026396D}" destId="{ED3AD835-3F53-45E6-A9EA-08240407F29E}" srcOrd="3" destOrd="0" parTransId="{A791D7C2-3D73-42B8-9BE8-DEE50411CFF3}" sibTransId="{62C6B67E-8E8B-4D4C-9589-502AEC61E48B}"/>
    <dgm:cxn modelId="{49B75DC8-ADEC-4E8A-8B68-08EAE096AE8C}" type="presOf" srcId="{D94E3D74-4E22-46B0-8C01-AC258026396D}" destId="{AC966652-CE8B-42AD-A78A-5D3184AD6D65}" srcOrd="0" destOrd="0" presId="urn:microsoft.com/office/officeart/2005/8/layout/default"/>
    <dgm:cxn modelId="{7EA1FECC-9BE4-439F-94B7-A2E1446FEC33}" srcId="{D94E3D74-4E22-46B0-8C01-AC258026396D}" destId="{A373969E-14E5-4121-83DD-769B7936B1EC}" srcOrd="1" destOrd="0" parTransId="{1FB54C19-C91D-4AA3-8932-497374752487}" sibTransId="{258EE179-4A51-433B-8604-030E661726B5}"/>
    <dgm:cxn modelId="{11E314FB-4DFA-4950-84D8-2AA74C54179E}" srcId="{D94E3D74-4E22-46B0-8C01-AC258026396D}" destId="{7815F6CB-5078-4999-8627-53BA9295127D}" srcOrd="4" destOrd="0" parTransId="{D9BE1236-6E26-4887-84DD-B55E947566BA}" sibTransId="{25840DAA-952F-4526-9EBB-9F5CE0B4E0D0}"/>
    <dgm:cxn modelId="{73DBFDBA-2567-49A2-8C86-9E7FBAFC5B4B}" type="presParOf" srcId="{AC966652-CE8B-42AD-A78A-5D3184AD6D65}" destId="{BA12E973-B49A-40E8-B9B2-16DA08A1CA32}" srcOrd="0" destOrd="0" presId="urn:microsoft.com/office/officeart/2005/8/layout/default"/>
    <dgm:cxn modelId="{F417CA93-CA4A-421E-80B3-C22B949EFBF2}" type="presParOf" srcId="{AC966652-CE8B-42AD-A78A-5D3184AD6D65}" destId="{1EB193FA-963E-4D33-8580-24B55DFE3965}" srcOrd="1" destOrd="0" presId="urn:microsoft.com/office/officeart/2005/8/layout/default"/>
    <dgm:cxn modelId="{20831893-486C-425E-9C74-8567646564BF}" type="presParOf" srcId="{AC966652-CE8B-42AD-A78A-5D3184AD6D65}" destId="{1C5E0D1F-F130-491D-9F49-BAEBD1562409}" srcOrd="2" destOrd="0" presId="urn:microsoft.com/office/officeart/2005/8/layout/default"/>
    <dgm:cxn modelId="{02144545-683F-4E62-B39E-3CEE0404BE29}" type="presParOf" srcId="{AC966652-CE8B-42AD-A78A-5D3184AD6D65}" destId="{300F5E19-2FB1-4BCB-83E4-5D7047AF6B4C}" srcOrd="3" destOrd="0" presId="urn:microsoft.com/office/officeart/2005/8/layout/default"/>
    <dgm:cxn modelId="{B910568F-84B0-47B9-AD9C-3806460EB1B3}" type="presParOf" srcId="{AC966652-CE8B-42AD-A78A-5D3184AD6D65}" destId="{F59E4159-1235-4C79-8C7B-A59E0553B354}" srcOrd="4" destOrd="0" presId="urn:microsoft.com/office/officeart/2005/8/layout/default"/>
    <dgm:cxn modelId="{8D84A596-128E-4C5D-9055-568695949294}" type="presParOf" srcId="{AC966652-CE8B-42AD-A78A-5D3184AD6D65}" destId="{FE8C8F7F-1DFE-404F-A1B7-EE6A5662A314}" srcOrd="5" destOrd="0" presId="urn:microsoft.com/office/officeart/2005/8/layout/default"/>
    <dgm:cxn modelId="{0A025884-9377-42E8-B390-EFD24BE8814F}" type="presParOf" srcId="{AC966652-CE8B-42AD-A78A-5D3184AD6D65}" destId="{3E42608E-9F33-41FB-A596-81C694A3EB4C}" srcOrd="6" destOrd="0" presId="urn:microsoft.com/office/officeart/2005/8/layout/default"/>
    <dgm:cxn modelId="{E695E23C-E726-41C1-BE77-30CA1C15E082}" type="presParOf" srcId="{AC966652-CE8B-42AD-A78A-5D3184AD6D65}" destId="{8FCF65EB-FFCC-4984-8B63-4E3FC90BD0CD}" srcOrd="7" destOrd="0" presId="urn:microsoft.com/office/officeart/2005/8/layout/default"/>
    <dgm:cxn modelId="{178CF169-EFD9-4A0F-B723-859350444958}" type="presParOf" srcId="{AC966652-CE8B-42AD-A78A-5D3184AD6D65}" destId="{6D3A5E40-5511-487C-8233-962300B78AD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18B7051-1323-4A69-B1B6-D18F86FFF969}" type="doc">
      <dgm:prSet loTypeId="urn:microsoft.com/office/officeart/2016/7/layout/RoundedRectangleTimeline" loCatId="process" qsTypeId="urn:microsoft.com/office/officeart/2005/8/quickstyle/simple1" qsCatId="simple" csTypeId="urn:microsoft.com/office/officeart/2005/8/colors/accent1_2" csCatId="accent1" phldr="1"/>
      <dgm:spPr/>
      <dgm:t>
        <a:bodyPr/>
        <a:lstStyle/>
        <a:p>
          <a:endParaRPr lang="en-US"/>
        </a:p>
      </dgm:t>
    </dgm:pt>
    <dgm:pt modelId="{3BE0836C-A3C8-4D88-BA30-3D38B54CEB13}">
      <dgm:prSet/>
      <dgm:spPr/>
      <dgm:t>
        <a:bodyPr/>
        <a:lstStyle/>
        <a:p>
          <a:r>
            <a:rPr lang="en-US"/>
            <a:t>20–27 Jan.</a:t>
          </a:r>
        </a:p>
      </dgm:t>
    </dgm:pt>
    <dgm:pt modelId="{9AA74A4C-AF6E-4D32-B66B-B4D0F7823A16}" type="parTrans" cxnId="{3436F57F-EBB6-4D14-B5B1-688B83E3A4F2}">
      <dgm:prSet/>
      <dgm:spPr/>
      <dgm:t>
        <a:bodyPr/>
        <a:lstStyle/>
        <a:p>
          <a:endParaRPr lang="en-US"/>
        </a:p>
      </dgm:t>
    </dgm:pt>
    <dgm:pt modelId="{F00AFBA7-C542-44A8-83B4-C783F5B000B8}" type="sibTrans" cxnId="{3436F57F-EBB6-4D14-B5B1-688B83E3A4F2}">
      <dgm:prSet/>
      <dgm:spPr/>
      <dgm:t>
        <a:bodyPr/>
        <a:lstStyle/>
        <a:p>
          <a:endParaRPr lang="en-US"/>
        </a:p>
      </dgm:t>
    </dgm:pt>
    <dgm:pt modelId="{9CE4A6DE-A564-4F2B-8235-030ACB893D77}">
      <dgm:prSet custT="1"/>
      <dgm:spPr/>
      <dgm:t>
        <a:bodyPr/>
        <a:lstStyle/>
        <a:p>
          <a:r>
            <a:rPr lang="en-US" sz="2000" dirty="0"/>
            <a:t>Find an advisor, Project topic</a:t>
          </a:r>
        </a:p>
      </dgm:t>
    </dgm:pt>
    <dgm:pt modelId="{E729BF8A-E567-4EBE-B5AA-AFB9E842D901}" type="parTrans" cxnId="{D00963B8-99E3-462E-ADE1-A377BA664E23}">
      <dgm:prSet/>
      <dgm:spPr/>
      <dgm:t>
        <a:bodyPr/>
        <a:lstStyle/>
        <a:p>
          <a:endParaRPr lang="en-US"/>
        </a:p>
      </dgm:t>
    </dgm:pt>
    <dgm:pt modelId="{0EED60D8-A8E0-4B24-A40E-4CCEA95DCE56}" type="sibTrans" cxnId="{D00963B8-99E3-462E-ADE1-A377BA664E23}">
      <dgm:prSet/>
      <dgm:spPr/>
      <dgm:t>
        <a:bodyPr/>
        <a:lstStyle/>
        <a:p>
          <a:endParaRPr lang="en-US"/>
        </a:p>
      </dgm:t>
    </dgm:pt>
    <dgm:pt modelId="{6BA64F42-572E-43D7-9CFB-A7279849E596}">
      <dgm:prSet/>
      <dgm:spPr/>
      <dgm:t>
        <a:bodyPr/>
        <a:lstStyle/>
        <a:p>
          <a:r>
            <a:rPr lang="en-US"/>
            <a:t>28 Jan. – 8 Feb.</a:t>
          </a:r>
        </a:p>
      </dgm:t>
    </dgm:pt>
    <dgm:pt modelId="{332D1AF6-91AC-4E83-8EF8-823DF913A832}" type="parTrans" cxnId="{05880668-D0AD-492D-8988-6BA668865748}">
      <dgm:prSet/>
      <dgm:spPr/>
      <dgm:t>
        <a:bodyPr/>
        <a:lstStyle/>
        <a:p>
          <a:endParaRPr lang="en-US"/>
        </a:p>
      </dgm:t>
    </dgm:pt>
    <dgm:pt modelId="{55A285B5-783D-4EBD-9A0A-8EACB64262E9}" type="sibTrans" cxnId="{05880668-D0AD-492D-8988-6BA668865748}">
      <dgm:prSet/>
      <dgm:spPr/>
      <dgm:t>
        <a:bodyPr/>
        <a:lstStyle/>
        <a:p>
          <a:endParaRPr lang="en-US"/>
        </a:p>
      </dgm:t>
    </dgm:pt>
    <dgm:pt modelId="{602BA57E-988C-4535-8F37-95258EF56DD1}">
      <dgm:prSet custT="1"/>
      <dgm:spPr/>
      <dgm:t>
        <a:bodyPr/>
        <a:lstStyle/>
        <a:p>
          <a:r>
            <a:rPr lang="en-US" sz="2000" dirty="0"/>
            <a:t>Hello world</a:t>
          </a:r>
        </a:p>
      </dgm:t>
    </dgm:pt>
    <dgm:pt modelId="{D69FC740-71E2-405E-A1F5-2C5E3717A38E}" type="parTrans" cxnId="{B13A77EE-DF8F-4B86-A497-E1CC6D0B7FC9}">
      <dgm:prSet/>
      <dgm:spPr/>
      <dgm:t>
        <a:bodyPr/>
        <a:lstStyle/>
        <a:p>
          <a:endParaRPr lang="en-US"/>
        </a:p>
      </dgm:t>
    </dgm:pt>
    <dgm:pt modelId="{C77E7585-3243-41E3-9398-977EE8DD1EC8}" type="sibTrans" cxnId="{B13A77EE-DF8F-4B86-A497-E1CC6D0B7FC9}">
      <dgm:prSet/>
      <dgm:spPr/>
      <dgm:t>
        <a:bodyPr/>
        <a:lstStyle/>
        <a:p>
          <a:endParaRPr lang="en-US"/>
        </a:p>
      </dgm:t>
    </dgm:pt>
    <dgm:pt modelId="{5899EE0E-FDF5-4CE2-B9E3-6E6C2EA2A087}">
      <dgm:prSet/>
      <dgm:spPr/>
      <dgm:t>
        <a:bodyPr/>
        <a:lstStyle/>
        <a:p>
          <a:r>
            <a:rPr lang="en-US"/>
            <a:t>9 Feb. – 6 Apr.</a:t>
          </a:r>
        </a:p>
      </dgm:t>
    </dgm:pt>
    <dgm:pt modelId="{5C3FBAAF-D2EB-4FDE-B894-98C7F27224C7}" type="parTrans" cxnId="{AECDFB0C-AE22-410A-9E27-777DFC22CD44}">
      <dgm:prSet/>
      <dgm:spPr/>
      <dgm:t>
        <a:bodyPr/>
        <a:lstStyle/>
        <a:p>
          <a:endParaRPr lang="en-US"/>
        </a:p>
      </dgm:t>
    </dgm:pt>
    <dgm:pt modelId="{312C38E3-DB6C-40B1-AF1A-94943D844B5F}" type="sibTrans" cxnId="{AECDFB0C-AE22-410A-9E27-777DFC22CD44}">
      <dgm:prSet/>
      <dgm:spPr/>
      <dgm:t>
        <a:bodyPr/>
        <a:lstStyle/>
        <a:p>
          <a:endParaRPr lang="en-US"/>
        </a:p>
      </dgm:t>
    </dgm:pt>
    <dgm:pt modelId="{D56EF048-A4FB-410B-8ECF-0CDAF6ACEFA3}">
      <dgm:prSet custT="1"/>
      <dgm:spPr/>
      <dgm:t>
        <a:bodyPr/>
        <a:lstStyle/>
        <a:p>
          <a:r>
            <a:rPr lang="en-US" sz="2000" dirty="0"/>
            <a:t>MVC Completed if not starting V1</a:t>
          </a:r>
        </a:p>
      </dgm:t>
    </dgm:pt>
    <dgm:pt modelId="{6A7CAA48-ACD3-4CDF-A734-68FDFDD8DD0E}" type="parTrans" cxnId="{EFA1513E-7E6B-4306-A791-3C8A79A76141}">
      <dgm:prSet/>
      <dgm:spPr/>
      <dgm:t>
        <a:bodyPr/>
        <a:lstStyle/>
        <a:p>
          <a:endParaRPr lang="en-US"/>
        </a:p>
      </dgm:t>
    </dgm:pt>
    <dgm:pt modelId="{7B66A477-07D9-4D83-ADDB-89324462EFAF}" type="sibTrans" cxnId="{EFA1513E-7E6B-4306-A791-3C8A79A76141}">
      <dgm:prSet/>
      <dgm:spPr/>
      <dgm:t>
        <a:bodyPr/>
        <a:lstStyle/>
        <a:p>
          <a:endParaRPr lang="en-US"/>
        </a:p>
      </dgm:t>
    </dgm:pt>
    <dgm:pt modelId="{0332E457-4358-464E-B7BD-8A9E7C1D32EF}">
      <dgm:prSet/>
      <dgm:spPr/>
      <dgm:t>
        <a:bodyPr/>
        <a:lstStyle/>
        <a:p>
          <a:r>
            <a:rPr lang="en-US"/>
            <a:t>8 Apr. – 1 May</a:t>
          </a:r>
        </a:p>
      </dgm:t>
    </dgm:pt>
    <dgm:pt modelId="{63C92F8D-529B-4862-9D3F-206EC3A0C7DC}" type="parTrans" cxnId="{27A4ED8D-AE2E-4380-9E76-8F50FE6F751C}">
      <dgm:prSet/>
      <dgm:spPr/>
      <dgm:t>
        <a:bodyPr/>
        <a:lstStyle/>
        <a:p>
          <a:endParaRPr lang="en-US"/>
        </a:p>
      </dgm:t>
    </dgm:pt>
    <dgm:pt modelId="{0E4DF431-82FE-4243-A33B-26BBB1095429}" type="sibTrans" cxnId="{27A4ED8D-AE2E-4380-9E76-8F50FE6F751C}">
      <dgm:prSet/>
      <dgm:spPr/>
      <dgm:t>
        <a:bodyPr/>
        <a:lstStyle/>
        <a:p>
          <a:endParaRPr lang="en-US"/>
        </a:p>
      </dgm:t>
    </dgm:pt>
    <dgm:pt modelId="{CBBCC358-FEA3-46F1-A067-34505735C991}">
      <dgm:prSet custT="1"/>
      <dgm:spPr/>
      <dgm:t>
        <a:bodyPr/>
        <a:lstStyle/>
        <a:p>
          <a:r>
            <a:rPr lang="en-US" sz="2000" dirty="0"/>
            <a:t>V1 implementations if not starting V2</a:t>
          </a:r>
        </a:p>
      </dgm:t>
    </dgm:pt>
    <dgm:pt modelId="{FD1C591D-DA48-419F-90CC-1283383EC42F}" type="parTrans" cxnId="{4D0263B6-FD7A-430B-AF72-A336DE8E484C}">
      <dgm:prSet/>
      <dgm:spPr/>
      <dgm:t>
        <a:bodyPr/>
        <a:lstStyle/>
        <a:p>
          <a:endParaRPr lang="en-US"/>
        </a:p>
      </dgm:t>
    </dgm:pt>
    <dgm:pt modelId="{739B38D4-0D83-4D6B-B42E-603E56037189}" type="sibTrans" cxnId="{4D0263B6-FD7A-430B-AF72-A336DE8E484C}">
      <dgm:prSet/>
      <dgm:spPr/>
      <dgm:t>
        <a:bodyPr/>
        <a:lstStyle/>
        <a:p>
          <a:endParaRPr lang="en-US"/>
        </a:p>
      </dgm:t>
    </dgm:pt>
    <dgm:pt modelId="{1AD80277-8BC1-4335-8EA0-556D91B5EEC0}">
      <dgm:prSet/>
      <dgm:spPr/>
      <dgm:t>
        <a:bodyPr/>
        <a:lstStyle/>
        <a:p>
          <a:r>
            <a:rPr lang="en-US"/>
            <a:t>2 May</a:t>
          </a:r>
        </a:p>
      </dgm:t>
    </dgm:pt>
    <dgm:pt modelId="{EF8417EB-0C27-43AF-8089-84C4D3988411}" type="parTrans" cxnId="{FE2A5010-2D94-4EA4-8916-103715041063}">
      <dgm:prSet/>
      <dgm:spPr/>
      <dgm:t>
        <a:bodyPr/>
        <a:lstStyle/>
        <a:p>
          <a:endParaRPr lang="en-US"/>
        </a:p>
      </dgm:t>
    </dgm:pt>
    <dgm:pt modelId="{63973AD5-9E25-4378-8B2E-7F4419402D25}" type="sibTrans" cxnId="{FE2A5010-2D94-4EA4-8916-103715041063}">
      <dgm:prSet/>
      <dgm:spPr/>
      <dgm:t>
        <a:bodyPr/>
        <a:lstStyle/>
        <a:p>
          <a:endParaRPr lang="en-US"/>
        </a:p>
      </dgm:t>
    </dgm:pt>
    <dgm:pt modelId="{E1AD562B-C7CC-4C24-96A5-A0E5430ABAE4}">
      <dgm:prSet custT="1"/>
      <dgm:spPr/>
      <dgm:t>
        <a:bodyPr/>
        <a:lstStyle/>
        <a:p>
          <a:r>
            <a:rPr lang="en-US" sz="2000" dirty="0"/>
            <a:t>Day before final presentation: Testing and tidy up</a:t>
          </a:r>
        </a:p>
      </dgm:t>
    </dgm:pt>
    <dgm:pt modelId="{6AFB8B5E-5E9B-4D5E-8657-C5407B0096C2}" type="parTrans" cxnId="{E2D98539-2E00-406A-BCC1-902998A5C524}">
      <dgm:prSet/>
      <dgm:spPr/>
      <dgm:t>
        <a:bodyPr/>
        <a:lstStyle/>
        <a:p>
          <a:endParaRPr lang="en-US"/>
        </a:p>
      </dgm:t>
    </dgm:pt>
    <dgm:pt modelId="{8183436C-A3E5-44D5-B47B-CA58A289466F}" type="sibTrans" cxnId="{E2D98539-2E00-406A-BCC1-902998A5C524}">
      <dgm:prSet/>
      <dgm:spPr/>
      <dgm:t>
        <a:bodyPr/>
        <a:lstStyle/>
        <a:p>
          <a:endParaRPr lang="en-US"/>
        </a:p>
      </dgm:t>
    </dgm:pt>
    <dgm:pt modelId="{998FACE1-F879-41A8-AAC5-19267F1B26A8}" type="pres">
      <dgm:prSet presAssocID="{C18B7051-1323-4A69-B1B6-D18F86FFF969}" presName="Name0" presStyleCnt="0">
        <dgm:presLayoutVars>
          <dgm:chMax/>
          <dgm:chPref/>
          <dgm:animLvl val="lvl"/>
        </dgm:presLayoutVars>
      </dgm:prSet>
      <dgm:spPr/>
    </dgm:pt>
    <dgm:pt modelId="{EBE21E8F-5471-461D-9218-AB7BF11171A2}" type="pres">
      <dgm:prSet presAssocID="{3BE0836C-A3C8-4D88-BA30-3D38B54CEB13}" presName="composite1" presStyleCnt="0"/>
      <dgm:spPr/>
    </dgm:pt>
    <dgm:pt modelId="{BBEE2102-F02C-455A-BC6A-6FCF9927AD19}" type="pres">
      <dgm:prSet presAssocID="{3BE0836C-A3C8-4D88-BA30-3D38B54CEB13}" presName="parent1" presStyleLbl="alignNode1" presStyleIdx="0" presStyleCnt="5">
        <dgm:presLayoutVars>
          <dgm:chMax val="1"/>
          <dgm:chPref val="1"/>
          <dgm:bulletEnabled val="1"/>
        </dgm:presLayoutVars>
      </dgm:prSet>
      <dgm:spPr/>
    </dgm:pt>
    <dgm:pt modelId="{887D4FBF-D1B9-487F-9DAB-749CF548D489}" type="pres">
      <dgm:prSet presAssocID="{3BE0836C-A3C8-4D88-BA30-3D38B54CEB13}" presName="Childtext1" presStyleLbl="revTx" presStyleIdx="0" presStyleCnt="5">
        <dgm:presLayoutVars>
          <dgm:bulletEnabled val="1"/>
        </dgm:presLayoutVars>
      </dgm:prSet>
      <dgm:spPr/>
    </dgm:pt>
    <dgm:pt modelId="{B129B5A9-B437-4E31-8B06-C4A7ADF04307}" type="pres">
      <dgm:prSet presAssocID="{3BE0836C-A3C8-4D88-BA30-3D38B54CEB13}" presName="ConnectLine1" presStyleLbl="sibTrans1D1" presStyleIdx="0" presStyleCnt="5"/>
      <dgm:spPr>
        <a:noFill/>
        <a:ln w="9525" cap="rnd" cmpd="sng" algn="ctr">
          <a:solidFill>
            <a:schemeClr val="accent1">
              <a:hueOff val="0"/>
              <a:satOff val="0"/>
              <a:lumOff val="0"/>
              <a:alphaOff val="0"/>
            </a:schemeClr>
          </a:solidFill>
          <a:prstDash val="dash"/>
        </a:ln>
        <a:effectLst/>
      </dgm:spPr>
    </dgm:pt>
    <dgm:pt modelId="{26D09743-30E5-4FCD-8B70-69A7FAB1A825}" type="pres">
      <dgm:prSet presAssocID="{3BE0836C-A3C8-4D88-BA30-3D38B54CEB13}" presName="ConnectLineEnd1" presStyleLbl="lnNode1" presStyleIdx="0" presStyleCnt="5"/>
      <dgm:spPr/>
    </dgm:pt>
    <dgm:pt modelId="{C84AE99E-EA42-4E48-9627-6F94E65A2462}" type="pres">
      <dgm:prSet presAssocID="{3BE0836C-A3C8-4D88-BA30-3D38B54CEB13}" presName="EmptyPane1" presStyleCnt="0"/>
      <dgm:spPr/>
    </dgm:pt>
    <dgm:pt modelId="{A8ADBB38-7828-43A9-8418-282F34A14430}" type="pres">
      <dgm:prSet presAssocID="{F00AFBA7-C542-44A8-83B4-C783F5B000B8}" presName="spaceBetweenRectangles1" presStyleCnt="0"/>
      <dgm:spPr/>
    </dgm:pt>
    <dgm:pt modelId="{0A34D63E-C628-4C59-8736-2A1FBEDF28A4}" type="pres">
      <dgm:prSet presAssocID="{6BA64F42-572E-43D7-9CFB-A7279849E596}" presName="composite1" presStyleCnt="0"/>
      <dgm:spPr/>
    </dgm:pt>
    <dgm:pt modelId="{BFAFD7BE-383A-4706-8018-41D7F577E589}" type="pres">
      <dgm:prSet presAssocID="{6BA64F42-572E-43D7-9CFB-A7279849E596}" presName="parent1" presStyleLbl="alignNode1" presStyleIdx="1" presStyleCnt="5">
        <dgm:presLayoutVars>
          <dgm:chMax val="1"/>
          <dgm:chPref val="1"/>
          <dgm:bulletEnabled val="1"/>
        </dgm:presLayoutVars>
      </dgm:prSet>
      <dgm:spPr/>
    </dgm:pt>
    <dgm:pt modelId="{BE78C624-A84E-4F13-A370-9B620653FFC8}" type="pres">
      <dgm:prSet presAssocID="{6BA64F42-572E-43D7-9CFB-A7279849E596}" presName="Childtext1" presStyleLbl="revTx" presStyleIdx="1" presStyleCnt="5">
        <dgm:presLayoutVars>
          <dgm:bulletEnabled val="1"/>
        </dgm:presLayoutVars>
      </dgm:prSet>
      <dgm:spPr/>
    </dgm:pt>
    <dgm:pt modelId="{D1377C62-D9C3-4CBA-A0C7-4CBA5AB6BA6F}" type="pres">
      <dgm:prSet presAssocID="{6BA64F42-572E-43D7-9CFB-A7279849E596}" presName="ConnectLine1" presStyleLbl="sibTrans1D1" presStyleIdx="1" presStyleCnt="5"/>
      <dgm:spPr>
        <a:noFill/>
        <a:ln w="9525" cap="rnd" cmpd="sng" algn="ctr">
          <a:solidFill>
            <a:schemeClr val="accent1">
              <a:hueOff val="0"/>
              <a:satOff val="0"/>
              <a:lumOff val="0"/>
              <a:alphaOff val="0"/>
            </a:schemeClr>
          </a:solidFill>
          <a:prstDash val="dash"/>
        </a:ln>
        <a:effectLst/>
      </dgm:spPr>
    </dgm:pt>
    <dgm:pt modelId="{D76AE400-F312-49DF-97AC-9266F39D5CB2}" type="pres">
      <dgm:prSet presAssocID="{6BA64F42-572E-43D7-9CFB-A7279849E596}" presName="ConnectLineEnd1" presStyleLbl="lnNode1" presStyleIdx="1" presStyleCnt="5"/>
      <dgm:spPr/>
    </dgm:pt>
    <dgm:pt modelId="{EA1B829D-3308-4883-8BF0-EE6B113169F6}" type="pres">
      <dgm:prSet presAssocID="{6BA64F42-572E-43D7-9CFB-A7279849E596}" presName="EmptyPane1" presStyleCnt="0"/>
      <dgm:spPr/>
    </dgm:pt>
    <dgm:pt modelId="{32F2A67C-28F8-4A40-839C-498BDEEAEF8A}" type="pres">
      <dgm:prSet presAssocID="{55A285B5-783D-4EBD-9A0A-8EACB64262E9}" presName="spaceBetweenRectangles1" presStyleCnt="0"/>
      <dgm:spPr/>
    </dgm:pt>
    <dgm:pt modelId="{FB9E3FCE-798B-42C8-B636-84BA9EAEEC7E}" type="pres">
      <dgm:prSet presAssocID="{5899EE0E-FDF5-4CE2-B9E3-6E6C2EA2A087}" presName="composite1" presStyleCnt="0"/>
      <dgm:spPr/>
    </dgm:pt>
    <dgm:pt modelId="{342EABCA-2AE8-4696-8747-0CEA66FDA1B9}" type="pres">
      <dgm:prSet presAssocID="{5899EE0E-FDF5-4CE2-B9E3-6E6C2EA2A087}" presName="parent1" presStyleLbl="alignNode1" presStyleIdx="2" presStyleCnt="5">
        <dgm:presLayoutVars>
          <dgm:chMax val="1"/>
          <dgm:chPref val="1"/>
          <dgm:bulletEnabled val="1"/>
        </dgm:presLayoutVars>
      </dgm:prSet>
      <dgm:spPr/>
    </dgm:pt>
    <dgm:pt modelId="{54F48381-EC96-490B-95A1-5D52BDF64AC4}" type="pres">
      <dgm:prSet presAssocID="{5899EE0E-FDF5-4CE2-B9E3-6E6C2EA2A087}" presName="Childtext1" presStyleLbl="revTx" presStyleIdx="2" presStyleCnt="5">
        <dgm:presLayoutVars>
          <dgm:bulletEnabled val="1"/>
        </dgm:presLayoutVars>
      </dgm:prSet>
      <dgm:spPr/>
    </dgm:pt>
    <dgm:pt modelId="{A4463D68-19A8-459A-9675-BC3D4556D21F}" type="pres">
      <dgm:prSet presAssocID="{5899EE0E-FDF5-4CE2-B9E3-6E6C2EA2A087}" presName="ConnectLine1" presStyleLbl="sibTrans1D1" presStyleIdx="2" presStyleCnt="5"/>
      <dgm:spPr>
        <a:noFill/>
        <a:ln w="9525" cap="rnd" cmpd="sng" algn="ctr">
          <a:solidFill>
            <a:schemeClr val="accent1">
              <a:hueOff val="0"/>
              <a:satOff val="0"/>
              <a:lumOff val="0"/>
              <a:alphaOff val="0"/>
            </a:schemeClr>
          </a:solidFill>
          <a:prstDash val="dash"/>
        </a:ln>
        <a:effectLst/>
      </dgm:spPr>
    </dgm:pt>
    <dgm:pt modelId="{E74A90E1-06BC-49C0-A0CB-5CFF6B8A44AF}" type="pres">
      <dgm:prSet presAssocID="{5899EE0E-FDF5-4CE2-B9E3-6E6C2EA2A087}" presName="ConnectLineEnd1" presStyleLbl="lnNode1" presStyleIdx="2" presStyleCnt="5"/>
      <dgm:spPr/>
    </dgm:pt>
    <dgm:pt modelId="{A5FC8A89-4F4B-4C91-BF11-DC64F2539919}" type="pres">
      <dgm:prSet presAssocID="{5899EE0E-FDF5-4CE2-B9E3-6E6C2EA2A087}" presName="EmptyPane1" presStyleCnt="0"/>
      <dgm:spPr/>
    </dgm:pt>
    <dgm:pt modelId="{F707C464-45A0-4BF3-A05B-C6FD3C4B0C50}" type="pres">
      <dgm:prSet presAssocID="{312C38E3-DB6C-40B1-AF1A-94943D844B5F}" presName="spaceBetweenRectangles1" presStyleCnt="0"/>
      <dgm:spPr/>
    </dgm:pt>
    <dgm:pt modelId="{BAAC15AE-D46E-4E0C-A7EA-18B6958FAFFF}" type="pres">
      <dgm:prSet presAssocID="{0332E457-4358-464E-B7BD-8A9E7C1D32EF}" presName="composite1" presStyleCnt="0"/>
      <dgm:spPr/>
    </dgm:pt>
    <dgm:pt modelId="{D0F55A81-EFB2-4BA7-A99C-A51EC28742CB}" type="pres">
      <dgm:prSet presAssocID="{0332E457-4358-464E-B7BD-8A9E7C1D32EF}" presName="parent1" presStyleLbl="alignNode1" presStyleIdx="3" presStyleCnt="5">
        <dgm:presLayoutVars>
          <dgm:chMax val="1"/>
          <dgm:chPref val="1"/>
          <dgm:bulletEnabled val="1"/>
        </dgm:presLayoutVars>
      </dgm:prSet>
      <dgm:spPr/>
    </dgm:pt>
    <dgm:pt modelId="{7BEE94FD-AA5D-4BEB-A693-6FB70C391ADE}" type="pres">
      <dgm:prSet presAssocID="{0332E457-4358-464E-B7BD-8A9E7C1D32EF}" presName="Childtext1" presStyleLbl="revTx" presStyleIdx="3" presStyleCnt="5">
        <dgm:presLayoutVars>
          <dgm:bulletEnabled val="1"/>
        </dgm:presLayoutVars>
      </dgm:prSet>
      <dgm:spPr/>
    </dgm:pt>
    <dgm:pt modelId="{D17462EA-3C98-4D95-888F-8159B191C18F}" type="pres">
      <dgm:prSet presAssocID="{0332E457-4358-464E-B7BD-8A9E7C1D32EF}" presName="ConnectLine1" presStyleLbl="sibTrans1D1" presStyleIdx="3" presStyleCnt="5"/>
      <dgm:spPr>
        <a:noFill/>
        <a:ln w="9525" cap="rnd" cmpd="sng" algn="ctr">
          <a:solidFill>
            <a:schemeClr val="accent1">
              <a:hueOff val="0"/>
              <a:satOff val="0"/>
              <a:lumOff val="0"/>
              <a:alphaOff val="0"/>
            </a:schemeClr>
          </a:solidFill>
          <a:prstDash val="dash"/>
        </a:ln>
        <a:effectLst/>
      </dgm:spPr>
    </dgm:pt>
    <dgm:pt modelId="{4685FB3C-F8F1-4FDD-A4DA-445CCEAD168A}" type="pres">
      <dgm:prSet presAssocID="{0332E457-4358-464E-B7BD-8A9E7C1D32EF}" presName="ConnectLineEnd1" presStyleLbl="lnNode1" presStyleIdx="3" presStyleCnt="5"/>
      <dgm:spPr/>
    </dgm:pt>
    <dgm:pt modelId="{3766BB54-0B3A-46C9-8A26-F1BBD4F4E3FD}" type="pres">
      <dgm:prSet presAssocID="{0332E457-4358-464E-B7BD-8A9E7C1D32EF}" presName="EmptyPane1" presStyleCnt="0"/>
      <dgm:spPr/>
    </dgm:pt>
    <dgm:pt modelId="{1379112A-5C54-49BC-83F0-407D3CF2EACF}" type="pres">
      <dgm:prSet presAssocID="{0E4DF431-82FE-4243-A33B-26BBB1095429}" presName="spaceBetweenRectangles1" presStyleCnt="0"/>
      <dgm:spPr/>
    </dgm:pt>
    <dgm:pt modelId="{FBB2E127-6ADF-4FEF-8715-DA3B07E5EDA2}" type="pres">
      <dgm:prSet presAssocID="{1AD80277-8BC1-4335-8EA0-556D91B5EEC0}" presName="composite1" presStyleCnt="0"/>
      <dgm:spPr/>
    </dgm:pt>
    <dgm:pt modelId="{2476656E-4974-4DCC-94DC-348F1F972E7A}" type="pres">
      <dgm:prSet presAssocID="{1AD80277-8BC1-4335-8EA0-556D91B5EEC0}" presName="parent1" presStyleLbl="alignNode1" presStyleIdx="4" presStyleCnt="5">
        <dgm:presLayoutVars>
          <dgm:chMax val="1"/>
          <dgm:chPref val="1"/>
          <dgm:bulletEnabled val="1"/>
        </dgm:presLayoutVars>
      </dgm:prSet>
      <dgm:spPr/>
    </dgm:pt>
    <dgm:pt modelId="{E9ADED1A-1807-4120-ADC1-7A8901E4BB6F}" type="pres">
      <dgm:prSet presAssocID="{1AD80277-8BC1-4335-8EA0-556D91B5EEC0}" presName="Childtext1" presStyleLbl="revTx" presStyleIdx="4" presStyleCnt="5">
        <dgm:presLayoutVars>
          <dgm:bulletEnabled val="1"/>
        </dgm:presLayoutVars>
      </dgm:prSet>
      <dgm:spPr/>
    </dgm:pt>
    <dgm:pt modelId="{14E124BB-0221-46E3-BE46-CAE1234B8957}" type="pres">
      <dgm:prSet presAssocID="{1AD80277-8BC1-4335-8EA0-556D91B5EEC0}" presName="ConnectLine1" presStyleLbl="sibTrans1D1" presStyleIdx="4" presStyleCnt="5"/>
      <dgm:spPr>
        <a:noFill/>
        <a:ln w="9525" cap="rnd" cmpd="sng" algn="ctr">
          <a:solidFill>
            <a:schemeClr val="accent1">
              <a:hueOff val="0"/>
              <a:satOff val="0"/>
              <a:lumOff val="0"/>
              <a:alphaOff val="0"/>
            </a:schemeClr>
          </a:solidFill>
          <a:prstDash val="dash"/>
        </a:ln>
        <a:effectLst/>
      </dgm:spPr>
    </dgm:pt>
    <dgm:pt modelId="{D62102A1-6578-46AF-9593-B2E10429ABCE}" type="pres">
      <dgm:prSet presAssocID="{1AD80277-8BC1-4335-8EA0-556D91B5EEC0}" presName="ConnectLineEnd1" presStyleLbl="lnNode1" presStyleIdx="4" presStyleCnt="5"/>
      <dgm:spPr/>
    </dgm:pt>
    <dgm:pt modelId="{7E7DD80C-8DF6-4A8A-81EE-40E0C5DF5B9B}" type="pres">
      <dgm:prSet presAssocID="{1AD80277-8BC1-4335-8EA0-556D91B5EEC0}" presName="EmptyPane1" presStyleCnt="0"/>
      <dgm:spPr/>
    </dgm:pt>
  </dgm:ptLst>
  <dgm:cxnLst>
    <dgm:cxn modelId="{AECDFB0C-AE22-410A-9E27-777DFC22CD44}" srcId="{C18B7051-1323-4A69-B1B6-D18F86FFF969}" destId="{5899EE0E-FDF5-4CE2-B9E3-6E6C2EA2A087}" srcOrd="2" destOrd="0" parTransId="{5C3FBAAF-D2EB-4FDE-B894-98C7F27224C7}" sibTransId="{312C38E3-DB6C-40B1-AF1A-94943D844B5F}"/>
    <dgm:cxn modelId="{FE2A5010-2D94-4EA4-8916-103715041063}" srcId="{C18B7051-1323-4A69-B1B6-D18F86FFF969}" destId="{1AD80277-8BC1-4335-8EA0-556D91B5EEC0}" srcOrd="4" destOrd="0" parTransId="{EF8417EB-0C27-43AF-8089-84C4D3988411}" sibTransId="{63973AD5-9E25-4378-8B2E-7F4419402D25}"/>
    <dgm:cxn modelId="{16D5C511-414E-4E56-A2E6-5995199A07A1}" type="presOf" srcId="{1AD80277-8BC1-4335-8EA0-556D91B5EEC0}" destId="{2476656E-4974-4DCC-94DC-348F1F972E7A}" srcOrd="0" destOrd="0" presId="urn:microsoft.com/office/officeart/2016/7/layout/RoundedRectangleTimeline"/>
    <dgm:cxn modelId="{24E76C2A-A661-4768-9740-BF9FCAEEFAEA}" type="presOf" srcId="{C18B7051-1323-4A69-B1B6-D18F86FFF969}" destId="{998FACE1-F879-41A8-AAC5-19267F1B26A8}" srcOrd="0" destOrd="0" presId="urn:microsoft.com/office/officeart/2016/7/layout/RoundedRectangleTimeline"/>
    <dgm:cxn modelId="{A94CEA38-54B8-44A9-A4CA-ECE322A55EA2}" type="presOf" srcId="{D56EF048-A4FB-410B-8ECF-0CDAF6ACEFA3}" destId="{54F48381-EC96-490B-95A1-5D52BDF64AC4}" srcOrd="0" destOrd="0" presId="urn:microsoft.com/office/officeart/2016/7/layout/RoundedRectangleTimeline"/>
    <dgm:cxn modelId="{E2D98539-2E00-406A-BCC1-902998A5C524}" srcId="{1AD80277-8BC1-4335-8EA0-556D91B5EEC0}" destId="{E1AD562B-C7CC-4C24-96A5-A0E5430ABAE4}" srcOrd="0" destOrd="0" parTransId="{6AFB8B5E-5E9B-4D5E-8657-C5407B0096C2}" sibTransId="{8183436C-A3E5-44D5-B47B-CA58A289466F}"/>
    <dgm:cxn modelId="{89D0433B-14A9-432A-9E1A-44CBD64049BA}" type="presOf" srcId="{6BA64F42-572E-43D7-9CFB-A7279849E596}" destId="{BFAFD7BE-383A-4706-8018-41D7F577E589}" srcOrd="0" destOrd="0" presId="urn:microsoft.com/office/officeart/2016/7/layout/RoundedRectangleTimeline"/>
    <dgm:cxn modelId="{EFA1513E-7E6B-4306-A791-3C8A79A76141}" srcId="{5899EE0E-FDF5-4CE2-B9E3-6E6C2EA2A087}" destId="{D56EF048-A4FB-410B-8ECF-0CDAF6ACEFA3}" srcOrd="0" destOrd="0" parTransId="{6A7CAA48-ACD3-4CDF-A734-68FDFDD8DD0E}" sibTransId="{7B66A477-07D9-4D83-ADDB-89324462EFAF}"/>
    <dgm:cxn modelId="{98577367-1847-4BC5-9296-32A974754B00}" type="presOf" srcId="{0332E457-4358-464E-B7BD-8A9E7C1D32EF}" destId="{D0F55A81-EFB2-4BA7-A99C-A51EC28742CB}" srcOrd="0" destOrd="0" presId="urn:microsoft.com/office/officeart/2016/7/layout/RoundedRectangleTimeline"/>
    <dgm:cxn modelId="{05880668-D0AD-492D-8988-6BA668865748}" srcId="{C18B7051-1323-4A69-B1B6-D18F86FFF969}" destId="{6BA64F42-572E-43D7-9CFB-A7279849E596}" srcOrd="1" destOrd="0" parTransId="{332D1AF6-91AC-4E83-8EF8-823DF913A832}" sibTransId="{55A285B5-783D-4EBD-9A0A-8EACB64262E9}"/>
    <dgm:cxn modelId="{443DED4D-E230-4CB3-8CA4-C1AFD495D0C6}" type="presOf" srcId="{5899EE0E-FDF5-4CE2-B9E3-6E6C2EA2A087}" destId="{342EABCA-2AE8-4696-8747-0CEA66FDA1B9}" srcOrd="0" destOrd="0" presId="urn:microsoft.com/office/officeart/2016/7/layout/RoundedRectangleTimeline"/>
    <dgm:cxn modelId="{4C25F770-00E4-4086-90C4-FB9F6E62ADF5}" type="presOf" srcId="{9CE4A6DE-A564-4F2B-8235-030ACB893D77}" destId="{887D4FBF-D1B9-487F-9DAB-749CF548D489}" srcOrd="0" destOrd="0" presId="urn:microsoft.com/office/officeart/2016/7/layout/RoundedRectangleTimeline"/>
    <dgm:cxn modelId="{7A24A473-42C0-4819-9738-72479EBAB1EC}" type="presOf" srcId="{3BE0836C-A3C8-4D88-BA30-3D38B54CEB13}" destId="{BBEE2102-F02C-455A-BC6A-6FCF9927AD19}" srcOrd="0" destOrd="0" presId="urn:microsoft.com/office/officeart/2016/7/layout/RoundedRectangleTimeline"/>
    <dgm:cxn modelId="{7461BD7A-991F-42CB-8AAF-1E455F351B6F}" type="presOf" srcId="{E1AD562B-C7CC-4C24-96A5-A0E5430ABAE4}" destId="{E9ADED1A-1807-4120-ADC1-7A8901E4BB6F}" srcOrd="0" destOrd="0" presId="urn:microsoft.com/office/officeart/2016/7/layout/RoundedRectangleTimeline"/>
    <dgm:cxn modelId="{3436F57F-EBB6-4D14-B5B1-688B83E3A4F2}" srcId="{C18B7051-1323-4A69-B1B6-D18F86FFF969}" destId="{3BE0836C-A3C8-4D88-BA30-3D38B54CEB13}" srcOrd="0" destOrd="0" parTransId="{9AA74A4C-AF6E-4D32-B66B-B4D0F7823A16}" sibTransId="{F00AFBA7-C542-44A8-83B4-C783F5B000B8}"/>
    <dgm:cxn modelId="{E06EEF84-BED8-4DD3-A957-CC19C81935FC}" type="presOf" srcId="{602BA57E-988C-4535-8F37-95258EF56DD1}" destId="{BE78C624-A84E-4F13-A370-9B620653FFC8}" srcOrd="0" destOrd="0" presId="urn:microsoft.com/office/officeart/2016/7/layout/RoundedRectangleTimeline"/>
    <dgm:cxn modelId="{27A4ED8D-AE2E-4380-9E76-8F50FE6F751C}" srcId="{C18B7051-1323-4A69-B1B6-D18F86FFF969}" destId="{0332E457-4358-464E-B7BD-8A9E7C1D32EF}" srcOrd="3" destOrd="0" parTransId="{63C92F8D-529B-4862-9D3F-206EC3A0C7DC}" sibTransId="{0E4DF431-82FE-4243-A33B-26BBB1095429}"/>
    <dgm:cxn modelId="{4D0263B6-FD7A-430B-AF72-A336DE8E484C}" srcId="{0332E457-4358-464E-B7BD-8A9E7C1D32EF}" destId="{CBBCC358-FEA3-46F1-A067-34505735C991}" srcOrd="0" destOrd="0" parTransId="{FD1C591D-DA48-419F-90CC-1283383EC42F}" sibTransId="{739B38D4-0D83-4D6B-B42E-603E56037189}"/>
    <dgm:cxn modelId="{D00963B8-99E3-462E-ADE1-A377BA664E23}" srcId="{3BE0836C-A3C8-4D88-BA30-3D38B54CEB13}" destId="{9CE4A6DE-A564-4F2B-8235-030ACB893D77}" srcOrd="0" destOrd="0" parTransId="{E729BF8A-E567-4EBE-B5AA-AFB9E842D901}" sibTransId="{0EED60D8-A8E0-4B24-A40E-4CCEA95DCE56}"/>
    <dgm:cxn modelId="{B13A77EE-DF8F-4B86-A497-E1CC6D0B7FC9}" srcId="{6BA64F42-572E-43D7-9CFB-A7279849E596}" destId="{602BA57E-988C-4535-8F37-95258EF56DD1}" srcOrd="0" destOrd="0" parTransId="{D69FC740-71E2-405E-A1F5-2C5E3717A38E}" sibTransId="{C77E7585-3243-41E3-9398-977EE8DD1EC8}"/>
    <dgm:cxn modelId="{669C8EFB-0EFC-46BA-A797-625A6CFACDC4}" type="presOf" srcId="{CBBCC358-FEA3-46F1-A067-34505735C991}" destId="{7BEE94FD-AA5D-4BEB-A693-6FB70C391ADE}" srcOrd="0" destOrd="0" presId="urn:microsoft.com/office/officeart/2016/7/layout/RoundedRectangleTimeline"/>
    <dgm:cxn modelId="{9BAA6322-6E41-4B76-ADFC-81C6E0953696}" type="presParOf" srcId="{998FACE1-F879-41A8-AAC5-19267F1B26A8}" destId="{EBE21E8F-5471-461D-9218-AB7BF11171A2}" srcOrd="0" destOrd="0" presId="urn:microsoft.com/office/officeart/2016/7/layout/RoundedRectangleTimeline"/>
    <dgm:cxn modelId="{B6CD1FDF-337F-4AFE-A1B8-970A9E9BA0D8}" type="presParOf" srcId="{EBE21E8F-5471-461D-9218-AB7BF11171A2}" destId="{BBEE2102-F02C-455A-BC6A-6FCF9927AD19}" srcOrd="0" destOrd="0" presId="urn:microsoft.com/office/officeart/2016/7/layout/RoundedRectangleTimeline"/>
    <dgm:cxn modelId="{0F8207C3-C748-4A87-AD5B-1AEEB3D27354}" type="presParOf" srcId="{EBE21E8F-5471-461D-9218-AB7BF11171A2}" destId="{887D4FBF-D1B9-487F-9DAB-749CF548D489}" srcOrd="1" destOrd="0" presId="urn:microsoft.com/office/officeart/2016/7/layout/RoundedRectangleTimeline"/>
    <dgm:cxn modelId="{7EF4423B-C175-4108-B9C4-8B3DAA6D7C74}" type="presParOf" srcId="{EBE21E8F-5471-461D-9218-AB7BF11171A2}" destId="{B129B5A9-B437-4E31-8B06-C4A7ADF04307}" srcOrd="2" destOrd="0" presId="urn:microsoft.com/office/officeart/2016/7/layout/RoundedRectangleTimeline"/>
    <dgm:cxn modelId="{C8C03ED5-850F-4A36-B068-54BCEF912A4B}" type="presParOf" srcId="{EBE21E8F-5471-461D-9218-AB7BF11171A2}" destId="{26D09743-30E5-4FCD-8B70-69A7FAB1A825}" srcOrd="3" destOrd="0" presId="urn:microsoft.com/office/officeart/2016/7/layout/RoundedRectangleTimeline"/>
    <dgm:cxn modelId="{443DE73E-C15E-448A-BDED-AEF44998A6DF}" type="presParOf" srcId="{EBE21E8F-5471-461D-9218-AB7BF11171A2}" destId="{C84AE99E-EA42-4E48-9627-6F94E65A2462}" srcOrd="4" destOrd="0" presId="urn:microsoft.com/office/officeart/2016/7/layout/RoundedRectangleTimeline"/>
    <dgm:cxn modelId="{6914EED8-7E43-4A3B-927B-98F0EDDF2039}" type="presParOf" srcId="{998FACE1-F879-41A8-AAC5-19267F1B26A8}" destId="{A8ADBB38-7828-43A9-8418-282F34A14430}" srcOrd="1" destOrd="0" presId="urn:microsoft.com/office/officeart/2016/7/layout/RoundedRectangleTimeline"/>
    <dgm:cxn modelId="{1F7318E6-7A92-48F8-B6AC-70DB2A38B6ED}" type="presParOf" srcId="{998FACE1-F879-41A8-AAC5-19267F1B26A8}" destId="{0A34D63E-C628-4C59-8736-2A1FBEDF28A4}" srcOrd="2" destOrd="0" presId="urn:microsoft.com/office/officeart/2016/7/layout/RoundedRectangleTimeline"/>
    <dgm:cxn modelId="{79541047-5770-4E76-9362-F885404AD0D0}" type="presParOf" srcId="{0A34D63E-C628-4C59-8736-2A1FBEDF28A4}" destId="{BFAFD7BE-383A-4706-8018-41D7F577E589}" srcOrd="0" destOrd="0" presId="urn:microsoft.com/office/officeart/2016/7/layout/RoundedRectangleTimeline"/>
    <dgm:cxn modelId="{61D8BDE8-FA61-451B-9CF7-24E3A921DD1C}" type="presParOf" srcId="{0A34D63E-C628-4C59-8736-2A1FBEDF28A4}" destId="{BE78C624-A84E-4F13-A370-9B620653FFC8}" srcOrd="1" destOrd="0" presId="urn:microsoft.com/office/officeart/2016/7/layout/RoundedRectangleTimeline"/>
    <dgm:cxn modelId="{695700AA-9F40-44B3-ADF3-B8BD5899C411}" type="presParOf" srcId="{0A34D63E-C628-4C59-8736-2A1FBEDF28A4}" destId="{D1377C62-D9C3-4CBA-A0C7-4CBA5AB6BA6F}" srcOrd="2" destOrd="0" presId="urn:microsoft.com/office/officeart/2016/7/layout/RoundedRectangleTimeline"/>
    <dgm:cxn modelId="{CFA96E8C-C836-4400-9E3A-A28DC659F097}" type="presParOf" srcId="{0A34D63E-C628-4C59-8736-2A1FBEDF28A4}" destId="{D76AE400-F312-49DF-97AC-9266F39D5CB2}" srcOrd="3" destOrd="0" presId="urn:microsoft.com/office/officeart/2016/7/layout/RoundedRectangleTimeline"/>
    <dgm:cxn modelId="{CA69AD21-6B94-4A01-8D38-0A3F350FEF5E}" type="presParOf" srcId="{0A34D63E-C628-4C59-8736-2A1FBEDF28A4}" destId="{EA1B829D-3308-4883-8BF0-EE6B113169F6}" srcOrd="4" destOrd="0" presId="urn:microsoft.com/office/officeart/2016/7/layout/RoundedRectangleTimeline"/>
    <dgm:cxn modelId="{E46737BC-C644-4118-ACD9-66A2A4E64864}" type="presParOf" srcId="{998FACE1-F879-41A8-AAC5-19267F1B26A8}" destId="{32F2A67C-28F8-4A40-839C-498BDEEAEF8A}" srcOrd="3" destOrd="0" presId="urn:microsoft.com/office/officeart/2016/7/layout/RoundedRectangleTimeline"/>
    <dgm:cxn modelId="{5419DE93-BBC6-43A1-8AC6-078D74A9ACBF}" type="presParOf" srcId="{998FACE1-F879-41A8-AAC5-19267F1B26A8}" destId="{FB9E3FCE-798B-42C8-B636-84BA9EAEEC7E}" srcOrd="4" destOrd="0" presId="urn:microsoft.com/office/officeart/2016/7/layout/RoundedRectangleTimeline"/>
    <dgm:cxn modelId="{9CD080A1-4561-49C0-9D8E-D647F3073E1B}" type="presParOf" srcId="{FB9E3FCE-798B-42C8-B636-84BA9EAEEC7E}" destId="{342EABCA-2AE8-4696-8747-0CEA66FDA1B9}" srcOrd="0" destOrd="0" presId="urn:microsoft.com/office/officeart/2016/7/layout/RoundedRectangleTimeline"/>
    <dgm:cxn modelId="{F6A53793-3DFD-47FC-901D-5E0E8DE2220D}" type="presParOf" srcId="{FB9E3FCE-798B-42C8-B636-84BA9EAEEC7E}" destId="{54F48381-EC96-490B-95A1-5D52BDF64AC4}" srcOrd="1" destOrd="0" presId="urn:microsoft.com/office/officeart/2016/7/layout/RoundedRectangleTimeline"/>
    <dgm:cxn modelId="{0C84FFAD-9F53-42F7-A852-1CC234DFCD19}" type="presParOf" srcId="{FB9E3FCE-798B-42C8-B636-84BA9EAEEC7E}" destId="{A4463D68-19A8-459A-9675-BC3D4556D21F}" srcOrd="2" destOrd="0" presId="urn:microsoft.com/office/officeart/2016/7/layout/RoundedRectangleTimeline"/>
    <dgm:cxn modelId="{9A0735C2-621B-4740-B88A-55FAD49A31D6}" type="presParOf" srcId="{FB9E3FCE-798B-42C8-B636-84BA9EAEEC7E}" destId="{E74A90E1-06BC-49C0-A0CB-5CFF6B8A44AF}" srcOrd="3" destOrd="0" presId="urn:microsoft.com/office/officeart/2016/7/layout/RoundedRectangleTimeline"/>
    <dgm:cxn modelId="{D402677A-7C70-49CB-9857-3B42DD62A73B}" type="presParOf" srcId="{FB9E3FCE-798B-42C8-B636-84BA9EAEEC7E}" destId="{A5FC8A89-4F4B-4C91-BF11-DC64F2539919}" srcOrd="4" destOrd="0" presId="urn:microsoft.com/office/officeart/2016/7/layout/RoundedRectangleTimeline"/>
    <dgm:cxn modelId="{5E5A2AF2-3246-4D67-BFD2-57DB035DA98B}" type="presParOf" srcId="{998FACE1-F879-41A8-AAC5-19267F1B26A8}" destId="{F707C464-45A0-4BF3-A05B-C6FD3C4B0C50}" srcOrd="5" destOrd="0" presId="urn:microsoft.com/office/officeart/2016/7/layout/RoundedRectangleTimeline"/>
    <dgm:cxn modelId="{94CAF77D-3C81-491F-9146-9CC7538FA60B}" type="presParOf" srcId="{998FACE1-F879-41A8-AAC5-19267F1B26A8}" destId="{BAAC15AE-D46E-4E0C-A7EA-18B6958FAFFF}" srcOrd="6" destOrd="0" presId="urn:microsoft.com/office/officeart/2016/7/layout/RoundedRectangleTimeline"/>
    <dgm:cxn modelId="{A70CFCBD-7242-4632-A0CA-B0E2D40C945B}" type="presParOf" srcId="{BAAC15AE-D46E-4E0C-A7EA-18B6958FAFFF}" destId="{D0F55A81-EFB2-4BA7-A99C-A51EC28742CB}" srcOrd="0" destOrd="0" presId="urn:microsoft.com/office/officeart/2016/7/layout/RoundedRectangleTimeline"/>
    <dgm:cxn modelId="{3FDA46A7-5940-4F01-B259-21C3C34B133D}" type="presParOf" srcId="{BAAC15AE-D46E-4E0C-A7EA-18B6958FAFFF}" destId="{7BEE94FD-AA5D-4BEB-A693-6FB70C391ADE}" srcOrd="1" destOrd="0" presId="urn:microsoft.com/office/officeart/2016/7/layout/RoundedRectangleTimeline"/>
    <dgm:cxn modelId="{943B1DC0-ED14-4C96-8EC4-6CF70E25173B}" type="presParOf" srcId="{BAAC15AE-D46E-4E0C-A7EA-18B6958FAFFF}" destId="{D17462EA-3C98-4D95-888F-8159B191C18F}" srcOrd="2" destOrd="0" presId="urn:microsoft.com/office/officeart/2016/7/layout/RoundedRectangleTimeline"/>
    <dgm:cxn modelId="{1AC5E8C4-6DCD-490F-B298-05D5324DAED5}" type="presParOf" srcId="{BAAC15AE-D46E-4E0C-A7EA-18B6958FAFFF}" destId="{4685FB3C-F8F1-4FDD-A4DA-445CCEAD168A}" srcOrd="3" destOrd="0" presId="urn:microsoft.com/office/officeart/2016/7/layout/RoundedRectangleTimeline"/>
    <dgm:cxn modelId="{583E153B-2C72-44B4-9227-092A8CBEDFB5}" type="presParOf" srcId="{BAAC15AE-D46E-4E0C-A7EA-18B6958FAFFF}" destId="{3766BB54-0B3A-46C9-8A26-F1BBD4F4E3FD}" srcOrd="4" destOrd="0" presId="urn:microsoft.com/office/officeart/2016/7/layout/RoundedRectangleTimeline"/>
    <dgm:cxn modelId="{F3A45A86-FFAF-4444-AA5A-E9E3922A4CEE}" type="presParOf" srcId="{998FACE1-F879-41A8-AAC5-19267F1B26A8}" destId="{1379112A-5C54-49BC-83F0-407D3CF2EACF}" srcOrd="7" destOrd="0" presId="urn:microsoft.com/office/officeart/2016/7/layout/RoundedRectangleTimeline"/>
    <dgm:cxn modelId="{BA1F287F-BC1F-4082-A074-2F01540A71E9}" type="presParOf" srcId="{998FACE1-F879-41A8-AAC5-19267F1B26A8}" destId="{FBB2E127-6ADF-4FEF-8715-DA3B07E5EDA2}" srcOrd="8" destOrd="0" presId="urn:microsoft.com/office/officeart/2016/7/layout/RoundedRectangleTimeline"/>
    <dgm:cxn modelId="{4D0F0D4C-CB42-4739-869F-EC67E38D1BA5}" type="presParOf" srcId="{FBB2E127-6ADF-4FEF-8715-DA3B07E5EDA2}" destId="{2476656E-4974-4DCC-94DC-348F1F972E7A}" srcOrd="0" destOrd="0" presId="urn:microsoft.com/office/officeart/2016/7/layout/RoundedRectangleTimeline"/>
    <dgm:cxn modelId="{079BA355-20D5-4B0F-BBE2-836273D60742}" type="presParOf" srcId="{FBB2E127-6ADF-4FEF-8715-DA3B07E5EDA2}" destId="{E9ADED1A-1807-4120-ADC1-7A8901E4BB6F}" srcOrd="1" destOrd="0" presId="urn:microsoft.com/office/officeart/2016/7/layout/RoundedRectangleTimeline"/>
    <dgm:cxn modelId="{494E509C-CA6E-4EC8-AF96-6143691DE0FB}" type="presParOf" srcId="{FBB2E127-6ADF-4FEF-8715-DA3B07E5EDA2}" destId="{14E124BB-0221-46E3-BE46-CAE1234B8957}" srcOrd="2" destOrd="0" presId="urn:microsoft.com/office/officeart/2016/7/layout/RoundedRectangleTimeline"/>
    <dgm:cxn modelId="{13215C5C-69C6-4359-A1BD-6FE5ABF7EFAB}" type="presParOf" srcId="{FBB2E127-6ADF-4FEF-8715-DA3B07E5EDA2}" destId="{D62102A1-6578-46AF-9593-B2E10429ABCE}" srcOrd="3" destOrd="0" presId="urn:microsoft.com/office/officeart/2016/7/layout/RoundedRectangleTimeline"/>
    <dgm:cxn modelId="{F1053F81-5FEE-4A22-A4E7-11E2FCD96868}" type="presParOf" srcId="{FBB2E127-6ADF-4FEF-8715-DA3B07E5EDA2}" destId="{7E7DD80C-8DF6-4A8A-81EE-40E0C5DF5B9B}"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8B17B9-FEE8-41F7-AC40-1E7D0CA309D6}">
      <dsp:nvSpPr>
        <dsp:cNvPr id="0" name=""/>
        <dsp:cNvSpPr/>
      </dsp:nvSpPr>
      <dsp:spPr>
        <a:xfrm>
          <a:off x="184883" y="296076"/>
          <a:ext cx="1321746" cy="13217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4C2A27-B77C-42EE-AB1A-CED811E20F60}">
      <dsp:nvSpPr>
        <dsp:cNvPr id="0" name=""/>
        <dsp:cNvSpPr/>
      </dsp:nvSpPr>
      <dsp:spPr>
        <a:xfrm>
          <a:off x="462450" y="573643"/>
          <a:ext cx="766613" cy="7666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872B1E1-AFF5-4C85-8B99-13335D1E5D92}">
      <dsp:nvSpPr>
        <dsp:cNvPr id="0" name=""/>
        <dsp:cNvSpPr/>
      </dsp:nvSpPr>
      <dsp:spPr>
        <a:xfrm>
          <a:off x="1789861" y="296076"/>
          <a:ext cx="3115545" cy="1321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t>Eliminate having two or more windows open trying to find the best deals on computer parts.</a:t>
          </a:r>
        </a:p>
      </dsp:txBody>
      <dsp:txXfrm>
        <a:off x="1789861" y="296076"/>
        <a:ext cx="3115545" cy="1321746"/>
      </dsp:txXfrm>
    </dsp:sp>
    <dsp:sp modelId="{FFB00356-D3DF-42EA-81A0-667C63E835E4}">
      <dsp:nvSpPr>
        <dsp:cNvPr id="0" name=""/>
        <dsp:cNvSpPr/>
      </dsp:nvSpPr>
      <dsp:spPr>
        <a:xfrm>
          <a:off x="5448267" y="296076"/>
          <a:ext cx="1321746" cy="13217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77F95A-BEB4-4CAF-B9D6-46BD0C0B8E35}">
      <dsp:nvSpPr>
        <dsp:cNvPr id="0" name=""/>
        <dsp:cNvSpPr/>
      </dsp:nvSpPr>
      <dsp:spPr>
        <a:xfrm>
          <a:off x="5725834" y="573643"/>
          <a:ext cx="766613" cy="7666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CD0083B-0F65-4E72-95B7-E0C591A6688C}">
      <dsp:nvSpPr>
        <dsp:cNvPr id="0" name=""/>
        <dsp:cNvSpPr/>
      </dsp:nvSpPr>
      <dsp:spPr>
        <a:xfrm>
          <a:off x="7053245" y="296076"/>
          <a:ext cx="3115545" cy="1321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t>Create a web app that allows users to search for just one product then be able to compare that product against different websites. Eliminate the use of using excel documents to compare items in the same realm. Create a comment-based system that allows the user to do just that.</a:t>
          </a:r>
        </a:p>
      </dsp:txBody>
      <dsp:txXfrm>
        <a:off x="7053245" y="296076"/>
        <a:ext cx="3115545" cy="1321746"/>
      </dsp:txXfrm>
    </dsp:sp>
    <dsp:sp modelId="{D0ED17BA-47FB-48A2-879C-6C30302E5AF4}">
      <dsp:nvSpPr>
        <dsp:cNvPr id="0" name=""/>
        <dsp:cNvSpPr/>
      </dsp:nvSpPr>
      <dsp:spPr>
        <a:xfrm>
          <a:off x="184883" y="2280545"/>
          <a:ext cx="1321746" cy="13217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85A826-402B-45EB-BBE6-5606DA3FFBC5}">
      <dsp:nvSpPr>
        <dsp:cNvPr id="0" name=""/>
        <dsp:cNvSpPr/>
      </dsp:nvSpPr>
      <dsp:spPr>
        <a:xfrm>
          <a:off x="462450" y="2558112"/>
          <a:ext cx="766613" cy="7666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2BFD0AD-5BD5-4DC3-A9AB-390E77CB9EC4}">
      <dsp:nvSpPr>
        <dsp:cNvPr id="0" name=""/>
        <dsp:cNvSpPr/>
      </dsp:nvSpPr>
      <dsp:spPr>
        <a:xfrm>
          <a:off x="1789861" y="2280545"/>
          <a:ext cx="3115545" cy="1321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t>A phone app like feel that allows users to like products they have an interest in to keep researching</a:t>
          </a:r>
        </a:p>
      </dsp:txBody>
      <dsp:txXfrm>
        <a:off x="1789861" y="2280545"/>
        <a:ext cx="3115545" cy="1321746"/>
      </dsp:txXfrm>
    </dsp:sp>
    <dsp:sp modelId="{D7955C95-DDF0-4A07-BD36-2A8258C7F576}">
      <dsp:nvSpPr>
        <dsp:cNvPr id="0" name=""/>
        <dsp:cNvSpPr/>
      </dsp:nvSpPr>
      <dsp:spPr>
        <a:xfrm>
          <a:off x="5448267" y="2280545"/>
          <a:ext cx="1321746" cy="13217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5BCAFC-4167-4B31-BDA9-47BE5768DF33}">
      <dsp:nvSpPr>
        <dsp:cNvPr id="0" name=""/>
        <dsp:cNvSpPr/>
      </dsp:nvSpPr>
      <dsp:spPr>
        <a:xfrm>
          <a:off x="5725834" y="2558112"/>
          <a:ext cx="766613" cy="7666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A7F8882-D049-4C4A-8579-5F55ACBFB191}">
      <dsp:nvSpPr>
        <dsp:cNvPr id="0" name=""/>
        <dsp:cNvSpPr/>
      </dsp:nvSpPr>
      <dsp:spPr>
        <a:xfrm>
          <a:off x="7053245" y="2280545"/>
          <a:ext cx="3115545" cy="1321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t>A built-in recommendations that changes the order of the items and the item type based off what they have been looking at.</a:t>
          </a:r>
        </a:p>
      </dsp:txBody>
      <dsp:txXfrm>
        <a:off x="7053245" y="2280545"/>
        <a:ext cx="3115545" cy="13217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DF89B0-7593-422B-B9F6-3192AF4FB469}">
      <dsp:nvSpPr>
        <dsp:cNvPr id="0" name=""/>
        <dsp:cNvSpPr/>
      </dsp:nvSpPr>
      <dsp:spPr>
        <a:xfrm>
          <a:off x="186042" y="2108"/>
          <a:ext cx="3119246" cy="1871548"/>
        </a:xfrm>
        <a:prstGeom prst="rect">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Account creation</a:t>
          </a:r>
        </a:p>
      </dsp:txBody>
      <dsp:txXfrm>
        <a:off x="186042" y="2108"/>
        <a:ext cx="3119246" cy="1871548"/>
      </dsp:txXfrm>
    </dsp:sp>
    <dsp:sp modelId="{7BE337BF-D7EF-4145-A393-C530531CB64A}">
      <dsp:nvSpPr>
        <dsp:cNvPr id="0" name=""/>
        <dsp:cNvSpPr/>
      </dsp:nvSpPr>
      <dsp:spPr>
        <a:xfrm>
          <a:off x="3617214" y="2108"/>
          <a:ext cx="3119246" cy="1871548"/>
        </a:xfrm>
        <a:prstGeom prst="rect">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Working comment box</a:t>
          </a:r>
        </a:p>
      </dsp:txBody>
      <dsp:txXfrm>
        <a:off x="3617214" y="2108"/>
        <a:ext cx="3119246" cy="1871548"/>
      </dsp:txXfrm>
    </dsp:sp>
    <dsp:sp modelId="{C9916F02-3327-4B2A-B7E6-E3A117165F2F}">
      <dsp:nvSpPr>
        <dsp:cNvPr id="0" name=""/>
        <dsp:cNvSpPr/>
      </dsp:nvSpPr>
      <dsp:spPr>
        <a:xfrm>
          <a:off x="7048385" y="2108"/>
          <a:ext cx="3119246" cy="1871548"/>
        </a:xfrm>
        <a:prstGeom prst="rect">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Working product button clicks</a:t>
          </a:r>
        </a:p>
      </dsp:txBody>
      <dsp:txXfrm>
        <a:off x="7048385" y="2108"/>
        <a:ext cx="3119246" cy="1871548"/>
      </dsp:txXfrm>
    </dsp:sp>
    <dsp:sp modelId="{000D45F2-FEF2-4F7B-BD95-66A8B43A30FE}">
      <dsp:nvSpPr>
        <dsp:cNvPr id="0" name=""/>
        <dsp:cNvSpPr/>
      </dsp:nvSpPr>
      <dsp:spPr>
        <a:xfrm>
          <a:off x="1901628" y="2185580"/>
          <a:ext cx="3119246" cy="1871548"/>
        </a:xfrm>
        <a:prstGeom prst="rect">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 working API that reliably gets data from the database and transfers it over to the front end.</a:t>
          </a:r>
        </a:p>
      </dsp:txBody>
      <dsp:txXfrm>
        <a:off x="1901628" y="2185580"/>
        <a:ext cx="3119246" cy="1871548"/>
      </dsp:txXfrm>
    </dsp:sp>
    <dsp:sp modelId="{02D8005C-05EE-433D-B432-3625B2188E0E}">
      <dsp:nvSpPr>
        <dsp:cNvPr id="0" name=""/>
        <dsp:cNvSpPr/>
      </dsp:nvSpPr>
      <dsp:spPr>
        <a:xfrm>
          <a:off x="5332799" y="2185580"/>
          <a:ext cx="3119246" cy="1871548"/>
        </a:xfrm>
        <a:prstGeom prst="rect">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Be able to see recommended products at the top</a:t>
          </a:r>
        </a:p>
      </dsp:txBody>
      <dsp:txXfrm>
        <a:off x="5332799" y="2185580"/>
        <a:ext cx="3119246" cy="18715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12E973-B49A-40E8-B9B2-16DA08A1CA32}">
      <dsp:nvSpPr>
        <dsp:cNvPr id="0" name=""/>
        <dsp:cNvSpPr/>
      </dsp:nvSpPr>
      <dsp:spPr>
        <a:xfrm>
          <a:off x="186044" y="1848"/>
          <a:ext cx="3119273" cy="18715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A place for users to like products that can be saved for later use</a:t>
          </a:r>
        </a:p>
      </dsp:txBody>
      <dsp:txXfrm>
        <a:off x="186044" y="1848"/>
        <a:ext cx="3119273" cy="1871563"/>
      </dsp:txXfrm>
    </dsp:sp>
    <dsp:sp modelId="{1C5E0D1F-F130-491D-9F49-BAEBD1562409}">
      <dsp:nvSpPr>
        <dsp:cNvPr id="0" name=""/>
        <dsp:cNvSpPr/>
      </dsp:nvSpPr>
      <dsp:spPr>
        <a:xfrm>
          <a:off x="3617244" y="1848"/>
          <a:ext cx="3119273" cy="18715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Expand upon the commenting implementation</a:t>
          </a:r>
        </a:p>
      </dsp:txBody>
      <dsp:txXfrm>
        <a:off x="3617244" y="1848"/>
        <a:ext cx="3119273" cy="1871563"/>
      </dsp:txXfrm>
    </dsp:sp>
    <dsp:sp modelId="{F59E4159-1235-4C79-8C7B-A59E0553B354}">
      <dsp:nvSpPr>
        <dsp:cNvPr id="0" name=""/>
        <dsp:cNvSpPr/>
      </dsp:nvSpPr>
      <dsp:spPr>
        <a:xfrm>
          <a:off x="7048444" y="1848"/>
          <a:ext cx="3119273" cy="18715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Add addition functionality to comments section</a:t>
          </a:r>
        </a:p>
      </dsp:txBody>
      <dsp:txXfrm>
        <a:off x="7048444" y="1848"/>
        <a:ext cx="3119273" cy="1871563"/>
      </dsp:txXfrm>
    </dsp:sp>
    <dsp:sp modelId="{3E42608E-9F33-41FB-A596-81C694A3EB4C}">
      <dsp:nvSpPr>
        <dsp:cNvPr id="0" name=""/>
        <dsp:cNvSpPr/>
      </dsp:nvSpPr>
      <dsp:spPr>
        <a:xfrm>
          <a:off x="1901644" y="2185339"/>
          <a:ext cx="3119273" cy="18715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More reliable and better fitting suggestions at the top of the list when they are looking at their home screen.</a:t>
          </a:r>
        </a:p>
      </dsp:txBody>
      <dsp:txXfrm>
        <a:off x="1901644" y="2185339"/>
        <a:ext cx="3119273" cy="1871563"/>
      </dsp:txXfrm>
    </dsp:sp>
    <dsp:sp modelId="{6D3A5E40-5511-487C-8233-962300B78AD8}">
      <dsp:nvSpPr>
        <dsp:cNvPr id="0" name=""/>
        <dsp:cNvSpPr/>
      </dsp:nvSpPr>
      <dsp:spPr>
        <a:xfrm>
          <a:off x="5332844" y="2185339"/>
          <a:ext cx="3119273" cy="18715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Real time price updates to get the latest prices from the sites.</a:t>
          </a:r>
        </a:p>
      </dsp:txBody>
      <dsp:txXfrm>
        <a:off x="5332844" y="2185339"/>
        <a:ext cx="3119273" cy="18715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EE2102-F02C-455A-BC6A-6FCF9927AD19}">
      <dsp:nvSpPr>
        <dsp:cNvPr id="0" name=""/>
        <dsp:cNvSpPr/>
      </dsp:nvSpPr>
      <dsp:spPr>
        <a:xfrm rot="16200000">
          <a:off x="1321815" y="1116343"/>
          <a:ext cx="405875" cy="1826063"/>
        </a:xfrm>
        <a:prstGeom prst="round2Same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1">
          <a:noAutofit/>
        </a:bodyPr>
        <a:lstStyle/>
        <a:p>
          <a:pPr marL="0" lvl="0" indent="0" algn="ctr" defTabSz="533400">
            <a:lnSpc>
              <a:spcPct val="90000"/>
            </a:lnSpc>
            <a:spcBef>
              <a:spcPct val="0"/>
            </a:spcBef>
            <a:spcAft>
              <a:spcPct val="35000"/>
            </a:spcAft>
            <a:buNone/>
          </a:pPr>
          <a:r>
            <a:rPr lang="en-US" sz="1200" kern="1200"/>
            <a:t>20–27 Jan.</a:t>
          </a:r>
        </a:p>
      </dsp:txBody>
      <dsp:txXfrm rot="5400000">
        <a:off x="631535" y="1846250"/>
        <a:ext cx="1806250" cy="366249"/>
      </dsp:txXfrm>
    </dsp:sp>
    <dsp:sp modelId="{887D4FBF-D1B9-487F-9DAB-749CF548D489}">
      <dsp:nvSpPr>
        <dsp:cNvPr id="0" name=""/>
        <dsp:cNvSpPr/>
      </dsp:nvSpPr>
      <dsp:spPr>
        <a:xfrm>
          <a:off x="3033" y="0"/>
          <a:ext cx="3043439" cy="1420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52400" numCol="1" spcCol="1270" anchor="b" anchorCtr="1">
          <a:noAutofit/>
        </a:bodyPr>
        <a:lstStyle/>
        <a:p>
          <a:pPr marL="0" lvl="0" indent="0" algn="ctr" defTabSz="889000">
            <a:lnSpc>
              <a:spcPct val="90000"/>
            </a:lnSpc>
            <a:spcBef>
              <a:spcPct val="0"/>
            </a:spcBef>
            <a:spcAft>
              <a:spcPct val="35000"/>
            </a:spcAft>
            <a:buNone/>
          </a:pPr>
          <a:r>
            <a:rPr lang="en-US" sz="2000" kern="1200" dirty="0"/>
            <a:t>Find an advisor, Project topic</a:t>
          </a:r>
        </a:p>
      </dsp:txBody>
      <dsp:txXfrm>
        <a:off x="3033" y="0"/>
        <a:ext cx="3043439" cy="1420562"/>
      </dsp:txXfrm>
    </dsp:sp>
    <dsp:sp modelId="{B129B5A9-B437-4E31-8B06-C4A7ADF04307}">
      <dsp:nvSpPr>
        <dsp:cNvPr id="0" name=""/>
        <dsp:cNvSpPr/>
      </dsp:nvSpPr>
      <dsp:spPr>
        <a:xfrm>
          <a:off x="1524753" y="1501737"/>
          <a:ext cx="0" cy="324700"/>
        </a:xfrm>
        <a:prstGeom prst="line">
          <a:avLst/>
        </a:prstGeom>
        <a:noFill/>
        <a:ln w="9525" cap="rnd"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26D09743-30E5-4FCD-8B70-69A7FAB1A825}">
      <dsp:nvSpPr>
        <dsp:cNvPr id="0" name=""/>
        <dsp:cNvSpPr/>
      </dsp:nvSpPr>
      <dsp:spPr>
        <a:xfrm>
          <a:off x="1484165" y="1420562"/>
          <a:ext cx="81175" cy="81175"/>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AFD7BE-383A-4706-8018-41D7F577E589}">
      <dsp:nvSpPr>
        <dsp:cNvPr id="0" name=""/>
        <dsp:cNvSpPr/>
      </dsp:nvSpPr>
      <dsp:spPr>
        <a:xfrm>
          <a:off x="2437785" y="1826437"/>
          <a:ext cx="1826063" cy="405875"/>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1">
          <a:noAutofit/>
        </a:bodyPr>
        <a:lstStyle/>
        <a:p>
          <a:pPr marL="0" lvl="0" indent="0" algn="ctr" defTabSz="533400">
            <a:lnSpc>
              <a:spcPct val="90000"/>
            </a:lnSpc>
            <a:spcBef>
              <a:spcPct val="0"/>
            </a:spcBef>
            <a:spcAft>
              <a:spcPct val="35000"/>
            </a:spcAft>
            <a:buNone/>
          </a:pPr>
          <a:r>
            <a:rPr lang="en-US" sz="1200" kern="1200"/>
            <a:t>28 Jan. – 8 Feb.</a:t>
          </a:r>
        </a:p>
      </dsp:txBody>
      <dsp:txXfrm>
        <a:off x="2437785" y="1826437"/>
        <a:ext cx="1826063" cy="405875"/>
      </dsp:txXfrm>
    </dsp:sp>
    <dsp:sp modelId="{BE78C624-A84E-4F13-A370-9B620653FFC8}">
      <dsp:nvSpPr>
        <dsp:cNvPr id="0" name=""/>
        <dsp:cNvSpPr/>
      </dsp:nvSpPr>
      <dsp:spPr>
        <a:xfrm>
          <a:off x="1829097" y="2638188"/>
          <a:ext cx="3043439" cy="1420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0" rIns="0" bIns="0" numCol="1" spcCol="1270" anchor="t" anchorCtr="1">
          <a:noAutofit/>
        </a:bodyPr>
        <a:lstStyle/>
        <a:p>
          <a:pPr marL="0" lvl="0" indent="0" algn="ctr" defTabSz="889000">
            <a:lnSpc>
              <a:spcPct val="90000"/>
            </a:lnSpc>
            <a:spcBef>
              <a:spcPct val="0"/>
            </a:spcBef>
            <a:spcAft>
              <a:spcPct val="35000"/>
            </a:spcAft>
            <a:buNone/>
          </a:pPr>
          <a:r>
            <a:rPr lang="en-US" sz="2000" kern="1200" dirty="0"/>
            <a:t>Hello world</a:t>
          </a:r>
        </a:p>
      </dsp:txBody>
      <dsp:txXfrm>
        <a:off x="1829097" y="2638188"/>
        <a:ext cx="3043439" cy="1420562"/>
      </dsp:txXfrm>
    </dsp:sp>
    <dsp:sp modelId="{D1377C62-D9C3-4CBA-A0C7-4CBA5AB6BA6F}">
      <dsp:nvSpPr>
        <dsp:cNvPr id="0" name=""/>
        <dsp:cNvSpPr/>
      </dsp:nvSpPr>
      <dsp:spPr>
        <a:xfrm>
          <a:off x="3350817" y="2232313"/>
          <a:ext cx="0" cy="324700"/>
        </a:xfrm>
        <a:prstGeom prst="line">
          <a:avLst/>
        </a:prstGeom>
        <a:noFill/>
        <a:ln w="9525" cap="rnd"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D76AE400-F312-49DF-97AC-9266F39D5CB2}">
      <dsp:nvSpPr>
        <dsp:cNvPr id="0" name=""/>
        <dsp:cNvSpPr/>
      </dsp:nvSpPr>
      <dsp:spPr>
        <a:xfrm>
          <a:off x="3310229" y="2557013"/>
          <a:ext cx="81175" cy="81175"/>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2EABCA-2AE8-4696-8747-0CEA66FDA1B9}">
      <dsp:nvSpPr>
        <dsp:cNvPr id="0" name=""/>
        <dsp:cNvSpPr/>
      </dsp:nvSpPr>
      <dsp:spPr>
        <a:xfrm>
          <a:off x="4263849" y="1826437"/>
          <a:ext cx="1826063" cy="405875"/>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1">
          <a:noAutofit/>
        </a:bodyPr>
        <a:lstStyle/>
        <a:p>
          <a:pPr marL="0" lvl="0" indent="0" algn="ctr" defTabSz="533400">
            <a:lnSpc>
              <a:spcPct val="90000"/>
            </a:lnSpc>
            <a:spcBef>
              <a:spcPct val="0"/>
            </a:spcBef>
            <a:spcAft>
              <a:spcPct val="35000"/>
            </a:spcAft>
            <a:buNone/>
          </a:pPr>
          <a:r>
            <a:rPr lang="en-US" sz="1200" kern="1200"/>
            <a:t>9 Feb. – 6 Apr.</a:t>
          </a:r>
        </a:p>
      </dsp:txBody>
      <dsp:txXfrm>
        <a:off x="4263849" y="1826437"/>
        <a:ext cx="1826063" cy="405875"/>
      </dsp:txXfrm>
    </dsp:sp>
    <dsp:sp modelId="{54F48381-EC96-490B-95A1-5D52BDF64AC4}">
      <dsp:nvSpPr>
        <dsp:cNvPr id="0" name=""/>
        <dsp:cNvSpPr/>
      </dsp:nvSpPr>
      <dsp:spPr>
        <a:xfrm>
          <a:off x="3655161" y="0"/>
          <a:ext cx="3043439" cy="1420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52400" numCol="1" spcCol="1270" anchor="b" anchorCtr="1">
          <a:noAutofit/>
        </a:bodyPr>
        <a:lstStyle/>
        <a:p>
          <a:pPr marL="0" lvl="0" indent="0" algn="ctr" defTabSz="889000">
            <a:lnSpc>
              <a:spcPct val="90000"/>
            </a:lnSpc>
            <a:spcBef>
              <a:spcPct val="0"/>
            </a:spcBef>
            <a:spcAft>
              <a:spcPct val="35000"/>
            </a:spcAft>
            <a:buNone/>
          </a:pPr>
          <a:r>
            <a:rPr lang="en-US" sz="2000" kern="1200" dirty="0"/>
            <a:t>MVC Completed if not starting V1</a:t>
          </a:r>
        </a:p>
      </dsp:txBody>
      <dsp:txXfrm>
        <a:off x="3655161" y="0"/>
        <a:ext cx="3043439" cy="1420562"/>
      </dsp:txXfrm>
    </dsp:sp>
    <dsp:sp modelId="{A4463D68-19A8-459A-9675-BC3D4556D21F}">
      <dsp:nvSpPr>
        <dsp:cNvPr id="0" name=""/>
        <dsp:cNvSpPr/>
      </dsp:nvSpPr>
      <dsp:spPr>
        <a:xfrm>
          <a:off x="5176880" y="1501737"/>
          <a:ext cx="0" cy="324700"/>
        </a:xfrm>
        <a:prstGeom prst="line">
          <a:avLst/>
        </a:prstGeom>
        <a:noFill/>
        <a:ln w="9525" cap="rnd"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E74A90E1-06BC-49C0-A0CB-5CFF6B8A44AF}">
      <dsp:nvSpPr>
        <dsp:cNvPr id="0" name=""/>
        <dsp:cNvSpPr/>
      </dsp:nvSpPr>
      <dsp:spPr>
        <a:xfrm>
          <a:off x="5136293" y="1420562"/>
          <a:ext cx="81175" cy="81175"/>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F55A81-EFB2-4BA7-A99C-A51EC28742CB}">
      <dsp:nvSpPr>
        <dsp:cNvPr id="0" name=""/>
        <dsp:cNvSpPr/>
      </dsp:nvSpPr>
      <dsp:spPr>
        <a:xfrm>
          <a:off x="6089912" y="1826437"/>
          <a:ext cx="1826063" cy="405875"/>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1">
          <a:noAutofit/>
        </a:bodyPr>
        <a:lstStyle/>
        <a:p>
          <a:pPr marL="0" lvl="0" indent="0" algn="ctr" defTabSz="533400">
            <a:lnSpc>
              <a:spcPct val="90000"/>
            </a:lnSpc>
            <a:spcBef>
              <a:spcPct val="0"/>
            </a:spcBef>
            <a:spcAft>
              <a:spcPct val="35000"/>
            </a:spcAft>
            <a:buNone/>
          </a:pPr>
          <a:r>
            <a:rPr lang="en-US" sz="1200" kern="1200"/>
            <a:t>8 Apr. – 1 May</a:t>
          </a:r>
        </a:p>
      </dsp:txBody>
      <dsp:txXfrm>
        <a:off x="6089912" y="1826437"/>
        <a:ext cx="1826063" cy="405875"/>
      </dsp:txXfrm>
    </dsp:sp>
    <dsp:sp modelId="{7BEE94FD-AA5D-4BEB-A693-6FB70C391ADE}">
      <dsp:nvSpPr>
        <dsp:cNvPr id="0" name=""/>
        <dsp:cNvSpPr/>
      </dsp:nvSpPr>
      <dsp:spPr>
        <a:xfrm>
          <a:off x="5481224" y="2638188"/>
          <a:ext cx="3043439" cy="1420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0" rIns="0" bIns="0" numCol="1" spcCol="1270" anchor="t" anchorCtr="1">
          <a:noAutofit/>
        </a:bodyPr>
        <a:lstStyle/>
        <a:p>
          <a:pPr marL="0" lvl="0" indent="0" algn="ctr" defTabSz="889000">
            <a:lnSpc>
              <a:spcPct val="90000"/>
            </a:lnSpc>
            <a:spcBef>
              <a:spcPct val="0"/>
            </a:spcBef>
            <a:spcAft>
              <a:spcPct val="35000"/>
            </a:spcAft>
            <a:buNone/>
          </a:pPr>
          <a:r>
            <a:rPr lang="en-US" sz="2000" kern="1200" dirty="0"/>
            <a:t>V1 implementations if not starting V2</a:t>
          </a:r>
        </a:p>
      </dsp:txBody>
      <dsp:txXfrm>
        <a:off x="5481224" y="2638188"/>
        <a:ext cx="3043439" cy="1420562"/>
      </dsp:txXfrm>
    </dsp:sp>
    <dsp:sp modelId="{D17462EA-3C98-4D95-888F-8159B191C18F}">
      <dsp:nvSpPr>
        <dsp:cNvPr id="0" name=""/>
        <dsp:cNvSpPr/>
      </dsp:nvSpPr>
      <dsp:spPr>
        <a:xfrm>
          <a:off x="7002944" y="2232313"/>
          <a:ext cx="0" cy="324700"/>
        </a:xfrm>
        <a:prstGeom prst="line">
          <a:avLst/>
        </a:prstGeom>
        <a:noFill/>
        <a:ln w="9525" cap="rnd"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4685FB3C-F8F1-4FDD-A4DA-445CCEAD168A}">
      <dsp:nvSpPr>
        <dsp:cNvPr id="0" name=""/>
        <dsp:cNvSpPr/>
      </dsp:nvSpPr>
      <dsp:spPr>
        <a:xfrm>
          <a:off x="6962357" y="2557013"/>
          <a:ext cx="81175" cy="81175"/>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76656E-4974-4DCC-94DC-348F1F972E7A}">
      <dsp:nvSpPr>
        <dsp:cNvPr id="0" name=""/>
        <dsp:cNvSpPr/>
      </dsp:nvSpPr>
      <dsp:spPr>
        <a:xfrm rot="5400000">
          <a:off x="8626071" y="1116343"/>
          <a:ext cx="405875" cy="1826063"/>
        </a:xfrm>
        <a:prstGeom prst="round2Same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1">
          <a:noAutofit/>
        </a:bodyPr>
        <a:lstStyle/>
        <a:p>
          <a:pPr marL="0" lvl="0" indent="0" algn="ctr" defTabSz="533400">
            <a:lnSpc>
              <a:spcPct val="90000"/>
            </a:lnSpc>
            <a:spcBef>
              <a:spcPct val="0"/>
            </a:spcBef>
            <a:spcAft>
              <a:spcPct val="35000"/>
            </a:spcAft>
            <a:buNone/>
          </a:pPr>
          <a:r>
            <a:rPr lang="en-US" sz="1200" kern="1200"/>
            <a:t>2 May</a:t>
          </a:r>
        </a:p>
      </dsp:txBody>
      <dsp:txXfrm rot="-5400000">
        <a:off x="7915978" y="1846250"/>
        <a:ext cx="1806250" cy="366249"/>
      </dsp:txXfrm>
    </dsp:sp>
    <dsp:sp modelId="{E9ADED1A-1807-4120-ADC1-7A8901E4BB6F}">
      <dsp:nvSpPr>
        <dsp:cNvPr id="0" name=""/>
        <dsp:cNvSpPr/>
      </dsp:nvSpPr>
      <dsp:spPr>
        <a:xfrm>
          <a:off x="7307288" y="0"/>
          <a:ext cx="3043439" cy="1420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52400" numCol="1" spcCol="1270" anchor="b" anchorCtr="1">
          <a:noAutofit/>
        </a:bodyPr>
        <a:lstStyle/>
        <a:p>
          <a:pPr marL="0" lvl="0" indent="0" algn="ctr" defTabSz="889000">
            <a:lnSpc>
              <a:spcPct val="90000"/>
            </a:lnSpc>
            <a:spcBef>
              <a:spcPct val="0"/>
            </a:spcBef>
            <a:spcAft>
              <a:spcPct val="35000"/>
            </a:spcAft>
            <a:buNone/>
          </a:pPr>
          <a:r>
            <a:rPr lang="en-US" sz="2000" kern="1200" dirty="0"/>
            <a:t>Day before final presentation: Testing and tidy up</a:t>
          </a:r>
        </a:p>
      </dsp:txBody>
      <dsp:txXfrm>
        <a:off x="7307288" y="0"/>
        <a:ext cx="3043439" cy="1420562"/>
      </dsp:txXfrm>
    </dsp:sp>
    <dsp:sp modelId="{14E124BB-0221-46E3-BE46-CAE1234B8957}">
      <dsp:nvSpPr>
        <dsp:cNvPr id="0" name=""/>
        <dsp:cNvSpPr/>
      </dsp:nvSpPr>
      <dsp:spPr>
        <a:xfrm>
          <a:off x="8829008" y="1501737"/>
          <a:ext cx="0" cy="324700"/>
        </a:xfrm>
        <a:prstGeom prst="line">
          <a:avLst/>
        </a:prstGeom>
        <a:noFill/>
        <a:ln w="9525" cap="rnd"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D62102A1-6578-46AF-9593-B2E10429ABCE}">
      <dsp:nvSpPr>
        <dsp:cNvPr id="0" name=""/>
        <dsp:cNvSpPr/>
      </dsp:nvSpPr>
      <dsp:spPr>
        <a:xfrm>
          <a:off x="8788421" y="1420562"/>
          <a:ext cx="81175" cy="81175"/>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0020F7-BD41-4DB8-A13A-ADB160C77D0F}"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2689730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0020F7-BD41-4DB8-A13A-ADB160C77D0F}"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213989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0020F7-BD41-4DB8-A13A-ADB160C77D0F}"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3114142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60020F7-BD41-4DB8-A13A-ADB160C77D0F}"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839729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0020F7-BD41-4DB8-A13A-ADB160C77D0F}"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2132494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0020F7-BD41-4DB8-A13A-ADB160C77D0F}"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1306275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0020F7-BD41-4DB8-A13A-ADB160C77D0F}"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3119441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0020F7-BD41-4DB8-A13A-ADB160C77D0F}"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2512652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0020F7-BD41-4DB8-A13A-ADB160C77D0F}"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711368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0020F7-BD41-4DB8-A13A-ADB160C77D0F}"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3668227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0020F7-BD41-4DB8-A13A-ADB160C77D0F}"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4139103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0020F7-BD41-4DB8-A13A-ADB160C77D0F}"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9D434-3693-4251-B7DB-40588FE8EE70}"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8592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0020F7-BD41-4DB8-A13A-ADB160C77D0F}"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42558114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60020F7-BD41-4DB8-A13A-ADB160C77D0F}"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4210812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60020F7-BD41-4DB8-A13A-ADB160C77D0F}"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36910114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0020F7-BD41-4DB8-A13A-ADB160C77D0F}"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835070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0020F7-BD41-4DB8-A13A-ADB160C77D0F}"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9D434-3693-4251-B7DB-40588FE8EE70}" type="slidenum">
              <a:rPr lang="en-US" smtClean="0"/>
              <a:t>‹#›</a:t>
            </a:fld>
            <a:endParaRPr lang="en-US"/>
          </a:p>
        </p:txBody>
      </p:sp>
    </p:spTree>
    <p:extLst>
      <p:ext uri="{BB962C8B-B14F-4D97-AF65-F5344CB8AC3E}">
        <p14:creationId xmlns:p14="http://schemas.microsoft.com/office/powerpoint/2010/main" val="2695112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60020F7-BD41-4DB8-A13A-ADB160C77D0F}" type="datetimeFigureOut">
              <a:rPr lang="en-US" smtClean="0"/>
              <a:t>2/17/2026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089D434-3693-4251-B7DB-40588FE8EE70}" type="slidenum">
              <a:rPr lang="en-US" smtClean="0"/>
              <a:t>‹#›</a:t>
            </a:fld>
            <a:endParaRPr lang="en-US"/>
          </a:p>
        </p:txBody>
      </p:sp>
    </p:spTree>
    <p:extLst>
      <p:ext uri="{BB962C8B-B14F-4D97-AF65-F5344CB8AC3E}">
        <p14:creationId xmlns:p14="http://schemas.microsoft.com/office/powerpoint/2010/main" val="359637802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openxmlformats.org/officeDocument/2006/relationships/hyperlink" Target="https://diegomariano.com/react/" TargetMode="External"/><Relationship Id="rId3" Type="http://schemas.openxmlformats.org/officeDocument/2006/relationships/hyperlink" Target="https://codewith.mu/en/tutorials/" TargetMode="External"/><Relationship Id="rId7"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hyperlink" Target="https://pixabay.com/en/database-data-storage-cylinder-149760/" TargetMode="External"/><Relationship Id="rId5" Type="http://schemas.openxmlformats.org/officeDocument/2006/relationships/image" Target="../media/image15.png"/><Relationship Id="rId4" Type="http://schemas.openxmlformats.org/officeDocument/2006/relationships/hyperlink" Target="https://creativecommons.org/licenses/by-nc-sa/3.0/" TargetMode="External"/><Relationship Id="rId9" Type="http://schemas.openxmlformats.org/officeDocument/2006/relationships/hyperlink" Target="https://creativecommons.org/licenses/by-nc/3.0/"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8" Type="http://schemas.openxmlformats.org/officeDocument/2006/relationships/hyperlink" Target="https://www.zaksfurniture.com/item/lakeside-side-chair-5-piece-dining-set/622704991" TargetMode="External"/><Relationship Id="rId3" Type="http://schemas.openxmlformats.org/officeDocument/2006/relationships/hyperlink" Target="https://openclipart.org/detail/297985/desktop-computer-6" TargetMode="External"/><Relationship Id="rId7"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hyperlink" Target="https://creativecommons.org/licenses/by/3.0/" TargetMode="External"/><Relationship Id="rId5" Type="http://schemas.openxmlformats.org/officeDocument/2006/relationships/hyperlink" Target="https://sketchfab.com/3d-models/sylized-hand-painted-cartoon-car-01f98e92152d4d8386131ffe322f3210" TargetMode="External"/><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24007E-BA57-41B2-8C6B-5E99927F2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500E57-9622-FC35-92E9-205E45128974}"/>
              </a:ext>
            </a:extLst>
          </p:cNvPr>
          <p:cNvSpPr>
            <a:spLocks noGrp="1"/>
          </p:cNvSpPr>
          <p:nvPr>
            <p:ph type="ctrTitle"/>
          </p:nvPr>
        </p:nvSpPr>
        <p:spPr>
          <a:xfrm>
            <a:off x="769207" y="1099456"/>
            <a:ext cx="6243636" cy="4625558"/>
          </a:xfrm>
          <a:effectLst/>
        </p:spPr>
        <p:txBody>
          <a:bodyPr anchor="ctr">
            <a:normAutofit/>
          </a:bodyPr>
          <a:lstStyle/>
          <a:p>
            <a:pPr algn="l"/>
            <a:r>
              <a:rPr lang="en-US">
                <a:solidFill>
                  <a:schemeClr val="tx1"/>
                </a:solidFill>
              </a:rPr>
              <a:t>ComparePro</a:t>
            </a:r>
          </a:p>
        </p:txBody>
      </p:sp>
      <p:sp>
        <p:nvSpPr>
          <p:cNvPr id="10" name="Rectangle 9">
            <a:extLst>
              <a:ext uri="{FF2B5EF4-FFF2-40B4-BE49-F238E27FC236}">
                <a16:creationId xmlns:a16="http://schemas.microsoft.com/office/drawing/2014/main" id="{8DEB9D55-38C8-45B4-BB2D-4FDBBDB08C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tx1">
              <a:lumMod val="95000"/>
              <a:alpha val="90000"/>
            </a:schemeClr>
          </a:solidFill>
          <a:ln>
            <a:noFill/>
          </a:ln>
          <a:effectLst>
            <a:outerShdw blurRad="50800" dist="38100" dir="10800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07B91F8E-2032-A51F-6061-66CC54189EA3}"/>
              </a:ext>
            </a:extLst>
          </p:cNvPr>
          <p:cNvSpPr>
            <a:spLocks noGrp="1"/>
          </p:cNvSpPr>
          <p:nvPr>
            <p:ph type="subTitle" idx="1"/>
          </p:nvPr>
        </p:nvSpPr>
        <p:spPr>
          <a:xfrm>
            <a:off x="7782049" y="1112685"/>
            <a:ext cx="2935320" cy="4632630"/>
          </a:xfrm>
          <a:effectLst/>
        </p:spPr>
        <p:txBody>
          <a:bodyPr anchor="ctr">
            <a:normAutofit/>
          </a:bodyPr>
          <a:lstStyle/>
          <a:p>
            <a:pPr algn="l"/>
            <a:r>
              <a:rPr lang="en-US" sz="2400">
                <a:solidFill>
                  <a:schemeClr val="bg2"/>
                </a:solidFill>
              </a:rPr>
              <a:t>By: Clayton Burgess</a:t>
            </a:r>
          </a:p>
          <a:p>
            <a:pPr algn="l"/>
            <a:r>
              <a:rPr lang="en-US" sz="2400">
                <a:solidFill>
                  <a:schemeClr val="bg2"/>
                </a:solidFill>
              </a:rPr>
              <a:t>Advisor: Julie Thornton</a:t>
            </a:r>
          </a:p>
        </p:txBody>
      </p:sp>
    </p:spTree>
    <p:extLst>
      <p:ext uri="{BB962C8B-B14F-4D97-AF65-F5344CB8AC3E}">
        <p14:creationId xmlns:p14="http://schemas.microsoft.com/office/powerpoint/2010/main" val="3290232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795B0-9089-F813-DDAB-BCDD4EB49628}"/>
              </a:ext>
            </a:extLst>
          </p:cNvPr>
          <p:cNvSpPr>
            <a:spLocks noGrp="1"/>
          </p:cNvSpPr>
          <p:nvPr>
            <p:ph type="title"/>
          </p:nvPr>
        </p:nvSpPr>
        <p:spPr>
          <a:xfrm>
            <a:off x="913795" y="609600"/>
            <a:ext cx="10353762" cy="970450"/>
          </a:xfrm>
        </p:spPr>
        <p:txBody>
          <a:bodyPr>
            <a:normAutofit/>
          </a:bodyPr>
          <a:lstStyle/>
          <a:p>
            <a:r>
              <a:rPr lang="en-US" dirty="0"/>
              <a:t>Overview</a:t>
            </a:r>
          </a:p>
        </p:txBody>
      </p:sp>
      <p:pic>
        <p:nvPicPr>
          <p:cNvPr id="19" name="Picture 18">
            <a:extLst>
              <a:ext uri="{FF2B5EF4-FFF2-40B4-BE49-F238E27FC236}">
                <a16:creationId xmlns:a16="http://schemas.microsoft.com/office/drawing/2014/main" id="{A8D526D7-C782-4F65-A21F-A6B40D869B47}"/>
              </a:ext>
              <a:ext uri="{C183D7F6-B498-43B3-948B-1728B52AA6E4}">
                <adec:decorative xmlns:adec="http://schemas.microsoft.com/office/drawing/2017/decorative" val="1"/>
              </a:ext>
            </a:extLst>
          </p:cNvPr>
          <p:cNvPicPr preferRelativeResize="0">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98" t="2669" r="616"/>
          <a:stretch/>
        </p:blipFill>
        <p:spPr>
          <a:xfrm>
            <a:off x="-1" y="1731964"/>
            <a:ext cx="12192001" cy="5126036"/>
          </a:xfrm>
          <a:prstGeom prst="rect">
            <a:avLst/>
          </a:prstGeom>
          <a:effectLst>
            <a:innerShdw blurRad="63500" dist="50800" dir="16200000">
              <a:prstClr val="black">
                <a:alpha val="50000"/>
              </a:prstClr>
            </a:innerShdw>
          </a:effectLst>
        </p:spPr>
      </p:pic>
      <p:graphicFrame>
        <p:nvGraphicFramePr>
          <p:cNvPr id="7" name="Content Placeholder 2">
            <a:extLst>
              <a:ext uri="{FF2B5EF4-FFF2-40B4-BE49-F238E27FC236}">
                <a16:creationId xmlns:a16="http://schemas.microsoft.com/office/drawing/2014/main" id="{D8571B4E-CE3D-E572-09E5-FEA1E1AC959E}"/>
              </a:ext>
            </a:extLst>
          </p:cNvPr>
          <p:cNvGraphicFramePr>
            <a:graphicFrameLocks noGrp="1"/>
          </p:cNvGraphicFramePr>
          <p:nvPr>
            <p:ph idx="1"/>
            <p:extLst>
              <p:ext uri="{D42A27DB-BD31-4B8C-83A1-F6EECF244321}">
                <p14:modId xmlns:p14="http://schemas.microsoft.com/office/powerpoint/2010/main" val="3095655914"/>
              </p:ext>
            </p:extLst>
          </p:nvPr>
        </p:nvGraphicFramePr>
        <p:xfrm>
          <a:off x="914400" y="1892830"/>
          <a:ext cx="10353675" cy="389836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08328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ADBEC-9B1A-0CE0-29C4-71B0EC605B55}"/>
              </a:ext>
            </a:extLst>
          </p:cNvPr>
          <p:cNvSpPr>
            <a:spLocks noGrp="1"/>
          </p:cNvSpPr>
          <p:nvPr>
            <p:ph type="title"/>
          </p:nvPr>
        </p:nvSpPr>
        <p:spPr/>
        <p:txBody>
          <a:bodyPr/>
          <a:lstStyle/>
          <a:p>
            <a:r>
              <a:rPr lang="en-US" dirty="0"/>
              <a:t>Frameworks</a:t>
            </a:r>
          </a:p>
        </p:txBody>
      </p:sp>
      <p:sp>
        <p:nvSpPr>
          <p:cNvPr id="3" name="Content Placeholder 2">
            <a:extLst>
              <a:ext uri="{FF2B5EF4-FFF2-40B4-BE49-F238E27FC236}">
                <a16:creationId xmlns:a16="http://schemas.microsoft.com/office/drawing/2014/main" id="{9A195451-8759-2B9A-7FC3-9F053A95B6B9}"/>
              </a:ext>
            </a:extLst>
          </p:cNvPr>
          <p:cNvSpPr>
            <a:spLocks noGrp="1"/>
          </p:cNvSpPr>
          <p:nvPr>
            <p:ph idx="1"/>
          </p:nvPr>
        </p:nvSpPr>
        <p:spPr>
          <a:xfrm>
            <a:off x="838200" y="1825624"/>
            <a:ext cx="3231874" cy="1245567"/>
          </a:xfrm>
        </p:spPr>
        <p:txBody>
          <a:bodyPr>
            <a:normAutofit/>
          </a:bodyPr>
          <a:lstStyle/>
          <a:p>
            <a:pPr marL="0" indent="0">
              <a:buNone/>
            </a:pPr>
            <a:r>
              <a:rPr lang="en-US" dirty="0"/>
              <a:t>Python</a:t>
            </a:r>
          </a:p>
          <a:p>
            <a:pPr marL="0" indent="0">
              <a:buNone/>
            </a:pPr>
            <a:r>
              <a:rPr lang="en-US" dirty="0"/>
              <a:t>Backend/scraping/API</a:t>
            </a:r>
          </a:p>
        </p:txBody>
      </p:sp>
      <p:pic>
        <p:nvPicPr>
          <p:cNvPr id="5" name="Picture 4">
            <a:extLst>
              <a:ext uri="{FF2B5EF4-FFF2-40B4-BE49-F238E27FC236}">
                <a16:creationId xmlns:a16="http://schemas.microsoft.com/office/drawing/2014/main" id="{D4A4BD7A-F8FF-9C7B-E2AC-8FD1A90AB47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60753" y="3272072"/>
            <a:ext cx="3896947" cy="2500715"/>
          </a:xfrm>
          <a:prstGeom prst="rect">
            <a:avLst/>
          </a:prstGeom>
        </p:spPr>
      </p:pic>
      <p:sp>
        <p:nvSpPr>
          <p:cNvPr id="6" name="TextBox 5">
            <a:extLst>
              <a:ext uri="{FF2B5EF4-FFF2-40B4-BE49-F238E27FC236}">
                <a16:creationId xmlns:a16="http://schemas.microsoft.com/office/drawing/2014/main" id="{D0E32E21-374E-23D8-51FD-26ABC331A44B}"/>
              </a:ext>
            </a:extLst>
          </p:cNvPr>
          <p:cNvSpPr txBox="1"/>
          <p:nvPr/>
        </p:nvSpPr>
        <p:spPr>
          <a:xfrm>
            <a:off x="560753" y="5838893"/>
            <a:ext cx="3896947" cy="230832"/>
          </a:xfrm>
          <a:prstGeom prst="rect">
            <a:avLst/>
          </a:prstGeom>
          <a:noFill/>
        </p:spPr>
        <p:txBody>
          <a:bodyPr wrap="square" rtlCol="0">
            <a:spAutoFit/>
          </a:bodyPr>
          <a:lstStyle/>
          <a:p>
            <a:r>
              <a:rPr lang="en-US" sz="900">
                <a:hlinkClick r:id="rId3" tooltip="https://codewith.mu/en/tutorials/"/>
              </a:rPr>
              <a:t>This Photo</a:t>
            </a:r>
            <a:r>
              <a:rPr lang="en-US" sz="900"/>
              <a:t> by Unknown Author is licensed under </a:t>
            </a:r>
            <a:r>
              <a:rPr lang="en-US" sz="900">
                <a:hlinkClick r:id="rId4" tooltip="https://creativecommons.org/licenses/by-nc-sa/3.0/"/>
              </a:rPr>
              <a:t>CC BY-SA-NC</a:t>
            </a:r>
            <a:endParaRPr lang="en-US" sz="900"/>
          </a:p>
        </p:txBody>
      </p:sp>
      <p:sp>
        <p:nvSpPr>
          <p:cNvPr id="7" name="TextBox 6">
            <a:extLst>
              <a:ext uri="{FF2B5EF4-FFF2-40B4-BE49-F238E27FC236}">
                <a16:creationId xmlns:a16="http://schemas.microsoft.com/office/drawing/2014/main" id="{F4562086-A9A5-9283-1CE0-ECBD74CDC2FF}"/>
              </a:ext>
            </a:extLst>
          </p:cNvPr>
          <p:cNvSpPr txBox="1"/>
          <p:nvPr/>
        </p:nvSpPr>
        <p:spPr>
          <a:xfrm>
            <a:off x="5252831" y="1925187"/>
            <a:ext cx="2355574" cy="954107"/>
          </a:xfrm>
          <a:prstGeom prst="rect">
            <a:avLst/>
          </a:prstGeom>
          <a:noFill/>
        </p:spPr>
        <p:txBody>
          <a:bodyPr wrap="square" rtlCol="0">
            <a:spAutoFit/>
          </a:bodyPr>
          <a:lstStyle/>
          <a:p>
            <a:r>
              <a:rPr lang="en-US" sz="2800" dirty="0"/>
              <a:t>Data Storage</a:t>
            </a:r>
          </a:p>
          <a:p>
            <a:r>
              <a:rPr lang="en-US" sz="2800" dirty="0"/>
              <a:t>SSMS</a:t>
            </a:r>
          </a:p>
        </p:txBody>
      </p:sp>
      <p:pic>
        <p:nvPicPr>
          <p:cNvPr id="9" name="Picture 8">
            <a:extLst>
              <a:ext uri="{FF2B5EF4-FFF2-40B4-BE49-F238E27FC236}">
                <a16:creationId xmlns:a16="http://schemas.microsoft.com/office/drawing/2014/main" id="{A55B2713-D16B-2905-9973-630CECD74701}"/>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888602" y="3272072"/>
            <a:ext cx="2804285" cy="3392708"/>
          </a:xfrm>
          <a:prstGeom prst="rect">
            <a:avLst/>
          </a:prstGeom>
        </p:spPr>
      </p:pic>
      <p:sp>
        <p:nvSpPr>
          <p:cNvPr id="10" name="TextBox 9">
            <a:extLst>
              <a:ext uri="{FF2B5EF4-FFF2-40B4-BE49-F238E27FC236}">
                <a16:creationId xmlns:a16="http://schemas.microsoft.com/office/drawing/2014/main" id="{2D8B3A03-790F-F7F7-9921-CD1BB308F30C}"/>
              </a:ext>
            </a:extLst>
          </p:cNvPr>
          <p:cNvSpPr txBox="1"/>
          <p:nvPr/>
        </p:nvSpPr>
        <p:spPr>
          <a:xfrm>
            <a:off x="9700591" y="1971353"/>
            <a:ext cx="2857500" cy="954107"/>
          </a:xfrm>
          <a:prstGeom prst="rect">
            <a:avLst/>
          </a:prstGeom>
          <a:noFill/>
        </p:spPr>
        <p:txBody>
          <a:bodyPr wrap="square" rtlCol="0">
            <a:spAutoFit/>
          </a:bodyPr>
          <a:lstStyle/>
          <a:p>
            <a:r>
              <a:rPr lang="en-US" sz="2800" dirty="0"/>
              <a:t>React</a:t>
            </a:r>
          </a:p>
          <a:p>
            <a:r>
              <a:rPr lang="en-US" sz="2800" dirty="0"/>
              <a:t>Frontend</a:t>
            </a:r>
          </a:p>
        </p:txBody>
      </p:sp>
      <p:pic>
        <p:nvPicPr>
          <p:cNvPr id="12" name="Picture 11">
            <a:extLst>
              <a:ext uri="{FF2B5EF4-FFF2-40B4-BE49-F238E27FC236}">
                <a16:creationId xmlns:a16="http://schemas.microsoft.com/office/drawing/2014/main" id="{2A53C3D6-311B-863A-0DD5-9C4E7FE2C927}"/>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8483635" y="2710806"/>
            <a:ext cx="3428414" cy="3305657"/>
          </a:xfrm>
          <a:prstGeom prst="rect">
            <a:avLst/>
          </a:prstGeom>
        </p:spPr>
      </p:pic>
      <p:sp>
        <p:nvSpPr>
          <p:cNvPr id="13" name="TextBox 12">
            <a:extLst>
              <a:ext uri="{FF2B5EF4-FFF2-40B4-BE49-F238E27FC236}">
                <a16:creationId xmlns:a16="http://schemas.microsoft.com/office/drawing/2014/main" id="{B79F4264-24F2-26C7-3C9D-CD7182037316}"/>
              </a:ext>
            </a:extLst>
          </p:cNvPr>
          <p:cNvSpPr txBox="1"/>
          <p:nvPr/>
        </p:nvSpPr>
        <p:spPr>
          <a:xfrm>
            <a:off x="8483635" y="6158385"/>
            <a:ext cx="3428414" cy="230832"/>
          </a:xfrm>
          <a:prstGeom prst="rect">
            <a:avLst/>
          </a:prstGeom>
          <a:noFill/>
        </p:spPr>
        <p:txBody>
          <a:bodyPr wrap="square" rtlCol="0">
            <a:spAutoFit/>
          </a:bodyPr>
          <a:lstStyle/>
          <a:p>
            <a:r>
              <a:rPr lang="en-US" sz="900">
                <a:hlinkClick r:id="rId8" tooltip="https://diegomariano.com/react/"/>
              </a:rPr>
              <a:t>This Photo</a:t>
            </a:r>
            <a:r>
              <a:rPr lang="en-US" sz="900"/>
              <a:t> by Unknown Author is licensed under </a:t>
            </a:r>
            <a:r>
              <a:rPr lang="en-US" sz="900">
                <a:hlinkClick r:id="rId9" tooltip="https://creativecommons.org/licenses/by-nc/3.0/"/>
              </a:rPr>
              <a:t>CC BY-NC</a:t>
            </a:r>
            <a:endParaRPr lang="en-US" sz="900"/>
          </a:p>
        </p:txBody>
      </p:sp>
    </p:spTree>
    <p:extLst>
      <p:ext uri="{BB962C8B-B14F-4D97-AF65-F5344CB8AC3E}">
        <p14:creationId xmlns:p14="http://schemas.microsoft.com/office/powerpoint/2010/main" val="1360075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6C97-B712-1ECF-6DB1-F2460BA45181}"/>
              </a:ext>
            </a:extLst>
          </p:cNvPr>
          <p:cNvSpPr>
            <a:spLocks noGrp="1"/>
          </p:cNvSpPr>
          <p:nvPr>
            <p:ph type="title"/>
          </p:nvPr>
        </p:nvSpPr>
        <p:spPr/>
        <p:txBody>
          <a:bodyPr/>
          <a:lstStyle/>
          <a:p>
            <a:r>
              <a:rPr lang="en-US" dirty="0"/>
              <a:t>Use Case 1</a:t>
            </a:r>
          </a:p>
        </p:txBody>
      </p:sp>
      <p:sp>
        <p:nvSpPr>
          <p:cNvPr id="4" name="TextBox 3">
            <a:extLst>
              <a:ext uri="{FF2B5EF4-FFF2-40B4-BE49-F238E27FC236}">
                <a16:creationId xmlns:a16="http://schemas.microsoft.com/office/drawing/2014/main" id="{B2AE18C1-0CCB-F1DB-91AB-4EE201DB4770}"/>
              </a:ext>
            </a:extLst>
          </p:cNvPr>
          <p:cNvSpPr txBox="1"/>
          <p:nvPr/>
        </p:nvSpPr>
        <p:spPr>
          <a:xfrm>
            <a:off x="648305" y="1695526"/>
            <a:ext cx="5002590" cy="954107"/>
          </a:xfrm>
          <a:prstGeom prst="rect">
            <a:avLst/>
          </a:prstGeom>
          <a:noFill/>
        </p:spPr>
        <p:txBody>
          <a:bodyPr wrap="square" rtlCol="0">
            <a:spAutoFit/>
          </a:bodyPr>
          <a:lstStyle/>
          <a:p>
            <a:r>
              <a:rPr lang="en-US" sz="2800" dirty="0"/>
              <a:t>Allow users to compare products between sites</a:t>
            </a:r>
          </a:p>
        </p:txBody>
      </p:sp>
      <p:pic>
        <p:nvPicPr>
          <p:cNvPr id="1026" name="Picture 2" descr="Stick figure - Simple English Wikipedia, the free encyclopedia">
            <a:extLst>
              <a:ext uri="{FF2B5EF4-FFF2-40B4-BE49-F238E27FC236}">
                <a16:creationId xmlns:a16="http://schemas.microsoft.com/office/drawing/2014/main" id="{572BB7D1-9A95-BEE6-3BE1-A10E2D591B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305" y="2783467"/>
            <a:ext cx="1888021" cy="349661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3CFC3A70-A65F-7A44-23D8-58695DA95EBE}"/>
              </a:ext>
            </a:extLst>
          </p:cNvPr>
          <p:cNvCxnSpPr>
            <a:cxnSpLocks/>
          </p:cNvCxnSpPr>
          <p:nvPr/>
        </p:nvCxnSpPr>
        <p:spPr>
          <a:xfrm>
            <a:off x="2604052" y="4348370"/>
            <a:ext cx="2474844"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7" name="TextBox 6">
            <a:extLst>
              <a:ext uri="{FF2B5EF4-FFF2-40B4-BE49-F238E27FC236}">
                <a16:creationId xmlns:a16="http://schemas.microsoft.com/office/drawing/2014/main" id="{6A380020-651F-7F6D-C7BA-8A9F6AD50862}"/>
              </a:ext>
            </a:extLst>
          </p:cNvPr>
          <p:cNvSpPr txBox="1"/>
          <p:nvPr/>
        </p:nvSpPr>
        <p:spPr>
          <a:xfrm>
            <a:off x="2536325" y="3647192"/>
            <a:ext cx="2064703" cy="646331"/>
          </a:xfrm>
          <a:prstGeom prst="rect">
            <a:avLst/>
          </a:prstGeom>
          <a:noFill/>
        </p:spPr>
        <p:txBody>
          <a:bodyPr wrap="square" rtlCol="0">
            <a:spAutoFit/>
          </a:bodyPr>
          <a:lstStyle/>
          <a:p>
            <a:r>
              <a:rPr lang="en-US" dirty="0"/>
              <a:t>Product button click</a:t>
            </a:r>
          </a:p>
        </p:txBody>
      </p:sp>
      <p:sp>
        <p:nvSpPr>
          <p:cNvPr id="8" name="Left Brace 7">
            <a:extLst>
              <a:ext uri="{FF2B5EF4-FFF2-40B4-BE49-F238E27FC236}">
                <a16:creationId xmlns:a16="http://schemas.microsoft.com/office/drawing/2014/main" id="{BB5FF7EC-E233-3C52-750D-FAD9E7A8CEF0}"/>
              </a:ext>
            </a:extLst>
          </p:cNvPr>
          <p:cNvSpPr/>
          <p:nvPr/>
        </p:nvSpPr>
        <p:spPr>
          <a:xfrm>
            <a:off x="5302552" y="3004216"/>
            <a:ext cx="793448" cy="2616327"/>
          </a:xfrm>
          <a:prstGeom prst="leftBrace">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60342183-89BB-BB29-1AFA-5574134DCDED}"/>
              </a:ext>
            </a:extLst>
          </p:cNvPr>
          <p:cNvSpPr txBox="1"/>
          <p:nvPr/>
        </p:nvSpPr>
        <p:spPr>
          <a:xfrm>
            <a:off x="6241143" y="2883505"/>
            <a:ext cx="5191276" cy="646331"/>
          </a:xfrm>
          <a:prstGeom prst="rect">
            <a:avLst/>
          </a:prstGeom>
          <a:noFill/>
        </p:spPr>
        <p:txBody>
          <a:bodyPr wrap="square" rtlCol="0">
            <a:spAutoFit/>
          </a:bodyPr>
          <a:lstStyle/>
          <a:p>
            <a:r>
              <a:rPr lang="en-US" dirty="0"/>
              <a:t>User finds an item they are interested in and decided to check the prices between the sites.</a:t>
            </a:r>
          </a:p>
        </p:txBody>
      </p:sp>
      <p:sp>
        <p:nvSpPr>
          <p:cNvPr id="10" name="TextBox 9">
            <a:extLst>
              <a:ext uri="{FF2B5EF4-FFF2-40B4-BE49-F238E27FC236}">
                <a16:creationId xmlns:a16="http://schemas.microsoft.com/office/drawing/2014/main" id="{E46B122B-FE39-A744-CBE1-B91E682E3BFE}"/>
              </a:ext>
            </a:extLst>
          </p:cNvPr>
          <p:cNvSpPr txBox="1"/>
          <p:nvPr/>
        </p:nvSpPr>
        <p:spPr>
          <a:xfrm>
            <a:off x="6337905" y="3889829"/>
            <a:ext cx="5015895" cy="646331"/>
          </a:xfrm>
          <a:prstGeom prst="rect">
            <a:avLst/>
          </a:prstGeom>
          <a:noFill/>
        </p:spPr>
        <p:txBody>
          <a:bodyPr wrap="square" rtlCol="0">
            <a:spAutoFit/>
          </a:bodyPr>
          <a:lstStyle/>
          <a:p>
            <a:r>
              <a:rPr lang="en-US" dirty="0"/>
              <a:t>Sends request through other frameworks to get the correct data.</a:t>
            </a:r>
          </a:p>
        </p:txBody>
      </p:sp>
      <p:sp>
        <p:nvSpPr>
          <p:cNvPr id="11" name="TextBox 10">
            <a:extLst>
              <a:ext uri="{FF2B5EF4-FFF2-40B4-BE49-F238E27FC236}">
                <a16:creationId xmlns:a16="http://schemas.microsoft.com/office/drawing/2014/main" id="{D8EE0B88-2E46-FD7D-DC6F-AD9ADA0EEF38}"/>
              </a:ext>
            </a:extLst>
          </p:cNvPr>
          <p:cNvSpPr txBox="1"/>
          <p:nvPr/>
        </p:nvSpPr>
        <p:spPr>
          <a:xfrm>
            <a:off x="6337905" y="5244495"/>
            <a:ext cx="5015895" cy="923330"/>
          </a:xfrm>
          <a:prstGeom prst="rect">
            <a:avLst/>
          </a:prstGeom>
          <a:noFill/>
        </p:spPr>
        <p:txBody>
          <a:bodyPr wrap="square" rtlCol="0">
            <a:spAutoFit/>
          </a:bodyPr>
          <a:lstStyle/>
          <a:p>
            <a:r>
              <a:rPr lang="en-US" dirty="0"/>
              <a:t>After the other data is retrieved it will refresh the UI and all instances of that product will be displayed side by side.</a:t>
            </a:r>
          </a:p>
        </p:txBody>
      </p:sp>
    </p:spTree>
    <p:extLst>
      <p:ext uri="{BB962C8B-B14F-4D97-AF65-F5344CB8AC3E}">
        <p14:creationId xmlns:p14="http://schemas.microsoft.com/office/powerpoint/2010/main" val="2873475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16101-F1C5-C497-818F-182F267C8392}"/>
              </a:ext>
            </a:extLst>
          </p:cNvPr>
          <p:cNvSpPr>
            <a:spLocks noGrp="1"/>
          </p:cNvSpPr>
          <p:nvPr>
            <p:ph type="title"/>
          </p:nvPr>
        </p:nvSpPr>
        <p:spPr/>
        <p:txBody>
          <a:bodyPr/>
          <a:lstStyle/>
          <a:p>
            <a:r>
              <a:rPr lang="en-US" dirty="0"/>
              <a:t>Use case 2</a:t>
            </a:r>
          </a:p>
        </p:txBody>
      </p:sp>
      <p:sp>
        <p:nvSpPr>
          <p:cNvPr id="3" name="Content Placeholder 2">
            <a:extLst>
              <a:ext uri="{FF2B5EF4-FFF2-40B4-BE49-F238E27FC236}">
                <a16:creationId xmlns:a16="http://schemas.microsoft.com/office/drawing/2014/main" id="{F571B51F-B1BC-6C2F-527F-4BEBCA4B4048}"/>
              </a:ext>
            </a:extLst>
          </p:cNvPr>
          <p:cNvSpPr>
            <a:spLocks noGrp="1"/>
          </p:cNvSpPr>
          <p:nvPr>
            <p:ph idx="1"/>
          </p:nvPr>
        </p:nvSpPr>
        <p:spPr>
          <a:xfrm>
            <a:off x="913795" y="1732450"/>
            <a:ext cx="3701748" cy="1455856"/>
          </a:xfrm>
        </p:spPr>
        <p:txBody>
          <a:bodyPr/>
          <a:lstStyle/>
          <a:p>
            <a:pPr marL="36900" indent="0">
              <a:buNone/>
            </a:pPr>
            <a:r>
              <a:rPr lang="en-US" dirty="0"/>
              <a:t>Allow users to search for items if they already have something in mind</a:t>
            </a:r>
          </a:p>
        </p:txBody>
      </p:sp>
      <p:pic>
        <p:nvPicPr>
          <p:cNvPr id="4" name="Picture 2" descr="Stick figure - Simple English Wikipedia, the free encyclopedia">
            <a:extLst>
              <a:ext uri="{FF2B5EF4-FFF2-40B4-BE49-F238E27FC236}">
                <a16:creationId xmlns:a16="http://schemas.microsoft.com/office/drawing/2014/main" id="{3308F849-4FC5-743D-A4F3-E900F2C7FD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6972" y="2788305"/>
            <a:ext cx="1888021" cy="349661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8AED0C34-DD00-4FFA-A655-28ACE83FEB02}"/>
              </a:ext>
            </a:extLst>
          </p:cNvPr>
          <p:cNvCxnSpPr>
            <a:cxnSpLocks/>
          </p:cNvCxnSpPr>
          <p:nvPr/>
        </p:nvCxnSpPr>
        <p:spPr>
          <a:xfrm>
            <a:off x="2942719" y="4353208"/>
            <a:ext cx="2474844"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6" name="TextBox 5">
            <a:extLst>
              <a:ext uri="{FF2B5EF4-FFF2-40B4-BE49-F238E27FC236}">
                <a16:creationId xmlns:a16="http://schemas.microsoft.com/office/drawing/2014/main" id="{CBED64A0-5B84-1505-947A-EA50E0BA74A6}"/>
              </a:ext>
            </a:extLst>
          </p:cNvPr>
          <p:cNvSpPr txBox="1"/>
          <p:nvPr/>
        </p:nvSpPr>
        <p:spPr>
          <a:xfrm>
            <a:off x="3147789" y="3429000"/>
            <a:ext cx="2064703" cy="923330"/>
          </a:xfrm>
          <a:prstGeom prst="rect">
            <a:avLst/>
          </a:prstGeom>
          <a:noFill/>
        </p:spPr>
        <p:txBody>
          <a:bodyPr wrap="square" rtlCol="0">
            <a:spAutoFit/>
          </a:bodyPr>
          <a:lstStyle/>
          <a:p>
            <a:r>
              <a:rPr lang="en-US" dirty="0"/>
              <a:t>Edit text in search bar and click search</a:t>
            </a:r>
          </a:p>
        </p:txBody>
      </p:sp>
      <p:sp>
        <p:nvSpPr>
          <p:cNvPr id="7" name="Left Brace 6">
            <a:extLst>
              <a:ext uri="{FF2B5EF4-FFF2-40B4-BE49-F238E27FC236}">
                <a16:creationId xmlns:a16="http://schemas.microsoft.com/office/drawing/2014/main" id="{1E7D5459-AF62-63F6-D1E4-53C774753175}"/>
              </a:ext>
            </a:extLst>
          </p:cNvPr>
          <p:cNvSpPr/>
          <p:nvPr/>
        </p:nvSpPr>
        <p:spPr>
          <a:xfrm>
            <a:off x="5641219" y="3009054"/>
            <a:ext cx="793448" cy="2616327"/>
          </a:xfrm>
          <a:prstGeom prst="leftBrace">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AC4DD026-7161-48A6-437A-519E08D4E7BB}"/>
              </a:ext>
            </a:extLst>
          </p:cNvPr>
          <p:cNvSpPr txBox="1"/>
          <p:nvPr/>
        </p:nvSpPr>
        <p:spPr>
          <a:xfrm>
            <a:off x="6550781" y="2665791"/>
            <a:ext cx="5191276" cy="923330"/>
          </a:xfrm>
          <a:prstGeom prst="rect">
            <a:avLst/>
          </a:prstGeom>
          <a:noFill/>
        </p:spPr>
        <p:txBody>
          <a:bodyPr wrap="square" rtlCol="0">
            <a:spAutoFit/>
          </a:bodyPr>
          <a:lstStyle/>
          <a:p>
            <a:r>
              <a:rPr lang="en-US" dirty="0"/>
              <a:t>User already knows what they want or has an idea of what they want so they search for it and click search</a:t>
            </a:r>
          </a:p>
        </p:txBody>
      </p:sp>
      <p:sp>
        <p:nvSpPr>
          <p:cNvPr id="9" name="TextBox 8">
            <a:extLst>
              <a:ext uri="{FF2B5EF4-FFF2-40B4-BE49-F238E27FC236}">
                <a16:creationId xmlns:a16="http://schemas.microsoft.com/office/drawing/2014/main" id="{7A390CD4-B547-EF3C-B802-61A8B4B3C088}"/>
              </a:ext>
            </a:extLst>
          </p:cNvPr>
          <p:cNvSpPr txBox="1"/>
          <p:nvPr/>
        </p:nvSpPr>
        <p:spPr>
          <a:xfrm>
            <a:off x="6676572" y="3894667"/>
            <a:ext cx="5015895" cy="646331"/>
          </a:xfrm>
          <a:prstGeom prst="rect">
            <a:avLst/>
          </a:prstGeom>
          <a:noFill/>
        </p:spPr>
        <p:txBody>
          <a:bodyPr wrap="square" rtlCol="0">
            <a:spAutoFit/>
          </a:bodyPr>
          <a:lstStyle/>
          <a:p>
            <a:r>
              <a:rPr lang="en-US" dirty="0"/>
              <a:t>Request go through other frame works to get the products that fit the search criteria.</a:t>
            </a:r>
          </a:p>
        </p:txBody>
      </p:sp>
      <p:sp>
        <p:nvSpPr>
          <p:cNvPr id="10" name="TextBox 9">
            <a:extLst>
              <a:ext uri="{FF2B5EF4-FFF2-40B4-BE49-F238E27FC236}">
                <a16:creationId xmlns:a16="http://schemas.microsoft.com/office/drawing/2014/main" id="{18186330-23E8-3B57-E22E-DB3FCC9B01CC}"/>
              </a:ext>
            </a:extLst>
          </p:cNvPr>
          <p:cNvSpPr txBox="1"/>
          <p:nvPr/>
        </p:nvSpPr>
        <p:spPr>
          <a:xfrm>
            <a:off x="6676572" y="5249333"/>
            <a:ext cx="5015895" cy="923330"/>
          </a:xfrm>
          <a:prstGeom prst="rect">
            <a:avLst/>
          </a:prstGeom>
          <a:noFill/>
        </p:spPr>
        <p:txBody>
          <a:bodyPr wrap="square" rtlCol="0">
            <a:spAutoFit/>
          </a:bodyPr>
          <a:lstStyle/>
          <a:p>
            <a:r>
              <a:rPr lang="en-US" dirty="0"/>
              <a:t>After the other data is retrieved it will refresh the UI and all instances of that search will be displayed on the screen.</a:t>
            </a:r>
          </a:p>
        </p:txBody>
      </p:sp>
    </p:spTree>
    <p:extLst>
      <p:ext uri="{BB962C8B-B14F-4D97-AF65-F5344CB8AC3E}">
        <p14:creationId xmlns:p14="http://schemas.microsoft.com/office/powerpoint/2010/main" val="2503912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B21A2-D935-F0A0-5081-2A93ED0CBBF7}"/>
              </a:ext>
            </a:extLst>
          </p:cNvPr>
          <p:cNvSpPr>
            <a:spLocks noGrp="1"/>
          </p:cNvSpPr>
          <p:nvPr>
            <p:ph type="title"/>
          </p:nvPr>
        </p:nvSpPr>
        <p:spPr>
          <a:xfrm>
            <a:off x="919119" y="145143"/>
            <a:ext cx="10353762" cy="970450"/>
          </a:xfrm>
        </p:spPr>
        <p:txBody>
          <a:bodyPr/>
          <a:lstStyle/>
          <a:p>
            <a:r>
              <a:rPr lang="en-US" dirty="0" err="1"/>
              <a:t>UserInterface</a:t>
            </a:r>
            <a:r>
              <a:rPr lang="en-US" dirty="0"/>
              <a:t> Design</a:t>
            </a:r>
          </a:p>
        </p:txBody>
      </p:sp>
      <p:pic>
        <p:nvPicPr>
          <p:cNvPr id="5" name="Picture 4">
            <a:extLst>
              <a:ext uri="{FF2B5EF4-FFF2-40B4-BE49-F238E27FC236}">
                <a16:creationId xmlns:a16="http://schemas.microsoft.com/office/drawing/2014/main" id="{A9636796-5ED5-A03E-2DC3-843910B88A60}"/>
              </a:ext>
            </a:extLst>
          </p:cNvPr>
          <p:cNvPicPr>
            <a:picLocks noChangeAspect="1"/>
          </p:cNvPicPr>
          <p:nvPr/>
        </p:nvPicPr>
        <p:blipFill>
          <a:blip r:embed="rId2"/>
          <a:stretch>
            <a:fillRect/>
          </a:stretch>
        </p:blipFill>
        <p:spPr>
          <a:xfrm>
            <a:off x="1233762" y="1165981"/>
            <a:ext cx="9545393" cy="5301332"/>
          </a:xfrm>
          <a:prstGeom prst="rect">
            <a:avLst/>
          </a:prstGeom>
        </p:spPr>
      </p:pic>
    </p:spTree>
    <p:extLst>
      <p:ext uri="{BB962C8B-B14F-4D97-AF65-F5344CB8AC3E}">
        <p14:creationId xmlns:p14="http://schemas.microsoft.com/office/powerpoint/2010/main" val="3757279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D66DD-BB00-E73A-D68E-A1E3904B9EBF}"/>
              </a:ext>
            </a:extLst>
          </p:cNvPr>
          <p:cNvSpPr>
            <a:spLocks noGrp="1"/>
          </p:cNvSpPr>
          <p:nvPr>
            <p:ph type="title"/>
          </p:nvPr>
        </p:nvSpPr>
        <p:spPr>
          <a:xfrm>
            <a:off x="913795" y="609600"/>
            <a:ext cx="10353762" cy="970450"/>
          </a:xfrm>
        </p:spPr>
        <p:txBody>
          <a:bodyPr>
            <a:normAutofit/>
          </a:bodyPr>
          <a:lstStyle/>
          <a:p>
            <a:r>
              <a:rPr lang="en-US" dirty="0"/>
              <a:t>MVC</a:t>
            </a:r>
          </a:p>
        </p:txBody>
      </p:sp>
      <p:graphicFrame>
        <p:nvGraphicFramePr>
          <p:cNvPr id="5" name="Content Placeholder 2">
            <a:extLst>
              <a:ext uri="{FF2B5EF4-FFF2-40B4-BE49-F238E27FC236}">
                <a16:creationId xmlns:a16="http://schemas.microsoft.com/office/drawing/2014/main" id="{6E18E539-9848-7048-0446-C37531410E0C}"/>
              </a:ext>
            </a:extLst>
          </p:cNvPr>
          <p:cNvGraphicFramePr>
            <a:graphicFrameLocks noGrp="1"/>
          </p:cNvGraphicFramePr>
          <p:nvPr>
            <p:ph idx="1"/>
            <p:extLst>
              <p:ext uri="{D42A27DB-BD31-4B8C-83A1-F6EECF244321}">
                <p14:modId xmlns:p14="http://schemas.microsoft.com/office/powerpoint/2010/main" val="3778556130"/>
              </p:ext>
            </p:extLst>
          </p:nvPr>
        </p:nvGraphicFramePr>
        <p:xfrm>
          <a:off x="914400" y="1731963"/>
          <a:ext cx="10353675" cy="40592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1115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D58D2-787A-D032-0C85-F453632F75C7}"/>
              </a:ext>
            </a:extLst>
          </p:cNvPr>
          <p:cNvSpPr>
            <a:spLocks noGrp="1"/>
          </p:cNvSpPr>
          <p:nvPr>
            <p:ph type="title"/>
          </p:nvPr>
        </p:nvSpPr>
        <p:spPr/>
        <p:txBody>
          <a:bodyPr/>
          <a:lstStyle/>
          <a:p>
            <a:r>
              <a:rPr lang="en-US" dirty="0"/>
              <a:t>Version 1.0</a:t>
            </a:r>
          </a:p>
        </p:txBody>
      </p:sp>
      <p:graphicFrame>
        <p:nvGraphicFramePr>
          <p:cNvPr id="5" name="Content Placeholder 2">
            <a:extLst>
              <a:ext uri="{FF2B5EF4-FFF2-40B4-BE49-F238E27FC236}">
                <a16:creationId xmlns:a16="http://schemas.microsoft.com/office/drawing/2014/main" id="{B6150DD4-5CFE-FC33-B379-61C3272646C5}"/>
              </a:ext>
            </a:extLst>
          </p:cNvPr>
          <p:cNvGraphicFramePr>
            <a:graphicFrameLocks noGrp="1"/>
          </p:cNvGraphicFramePr>
          <p:nvPr>
            <p:ph idx="1"/>
            <p:extLst>
              <p:ext uri="{D42A27DB-BD31-4B8C-83A1-F6EECF244321}">
                <p14:modId xmlns:p14="http://schemas.microsoft.com/office/powerpoint/2010/main" val="1156612731"/>
              </p:ext>
            </p:extLst>
          </p:nvPr>
        </p:nvGraphicFramePr>
        <p:xfrm>
          <a:off x="913795" y="1732449"/>
          <a:ext cx="10353762" cy="4058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9384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DE769-A05C-EC9D-58DD-93CA1BBA202E}"/>
              </a:ext>
            </a:extLst>
          </p:cNvPr>
          <p:cNvSpPr>
            <a:spLocks noGrp="1"/>
          </p:cNvSpPr>
          <p:nvPr>
            <p:ph type="title"/>
          </p:nvPr>
        </p:nvSpPr>
        <p:spPr/>
        <p:txBody>
          <a:bodyPr/>
          <a:lstStyle/>
          <a:p>
            <a:r>
              <a:rPr lang="en-US" dirty="0"/>
              <a:t>Version 2.0</a:t>
            </a:r>
          </a:p>
        </p:txBody>
      </p:sp>
      <p:sp>
        <p:nvSpPr>
          <p:cNvPr id="3" name="Content Placeholder 2">
            <a:extLst>
              <a:ext uri="{FF2B5EF4-FFF2-40B4-BE49-F238E27FC236}">
                <a16:creationId xmlns:a16="http://schemas.microsoft.com/office/drawing/2014/main" id="{0DDCE03A-C842-FBC3-E74A-276C82D82F16}"/>
              </a:ext>
            </a:extLst>
          </p:cNvPr>
          <p:cNvSpPr>
            <a:spLocks noGrp="1"/>
          </p:cNvSpPr>
          <p:nvPr>
            <p:ph idx="1"/>
          </p:nvPr>
        </p:nvSpPr>
        <p:spPr/>
        <p:txBody>
          <a:bodyPr>
            <a:normAutofit/>
          </a:bodyPr>
          <a:lstStyle/>
          <a:p>
            <a:r>
              <a:rPr lang="en-US" sz="2800" dirty="0"/>
              <a:t>Add more websites with computer parts for users to compare.</a:t>
            </a:r>
          </a:p>
          <a:p>
            <a:r>
              <a:rPr lang="en-US" sz="2800" dirty="0"/>
              <a:t>Add a shopping cart feature so users can add the item to the cart then go directly to the website to buy that product.</a:t>
            </a:r>
          </a:p>
          <a:p>
            <a:r>
              <a:rPr lang="en-US" sz="2800" dirty="0"/>
              <a:t>Expand beyond the computer parts and add other hot items people are doing research about getting (car parts, furniture </a:t>
            </a:r>
            <a:r>
              <a:rPr lang="en-US" sz="2800" dirty="0" err="1"/>
              <a:t>ect</a:t>
            </a:r>
            <a:r>
              <a:rPr lang="en-US" sz="2800" dirty="0"/>
              <a:t>.)</a:t>
            </a:r>
          </a:p>
          <a:p>
            <a:pPr marL="36900" indent="0">
              <a:buNone/>
            </a:pPr>
            <a:endParaRPr lang="en-US" sz="2800" dirty="0"/>
          </a:p>
        </p:txBody>
      </p:sp>
      <p:pic>
        <p:nvPicPr>
          <p:cNvPr id="5" name="Picture 4">
            <a:extLst>
              <a:ext uri="{FF2B5EF4-FFF2-40B4-BE49-F238E27FC236}">
                <a16:creationId xmlns:a16="http://schemas.microsoft.com/office/drawing/2014/main" id="{6FEA2227-3BFD-6456-3EA1-791B06A819A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24443" y="4377652"/>
            <a:ext cx="2418307" cy="2375987"/>
          </a:xfrm>
          <a:prstGeom prst="rect">
            <a:avLst/>
          </a:prstGeom>
        </p:spPr>
      </p:pic>
      <p:pic>
        <p:nvPicPr>
          <p:cNvPr id="7" name="Picture 6">
            <a:extLst>
              <a:ext uri="{FF2B5EF4-FFF2-40B4-BE49-F238E27FC236}">
                <a16:creationId xmlns:a16="http://schemas.microsoft.com/office/drawing/2014/main" id="{C19481E5-48A1-7D85-7B67-A177E7C2689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717234" y="4377652"/>
            <a:ext cx="3916018" cy="2202760"/>
          </a:xfrm>
          <a:prstGeom prst="rect">
            <a:avLst/>
          </a:prstGeom>
        </p:spPr>
      </p:pic>
      <p:sp>
        <p:nvSpPr>
          <p:cNvPr id="8" name="TextBox 7">
            <a:extLst>
              <a:ext uri="{FF2B5EF4-FFF2-40B4-BE49-F238E27FC236}">
                <a16:creationId xmlns:a16="http://schemas.microsoft.com/office/drawing/2014/main" id="{E038C04F-63C6-EC7D-9BE8-4193F2EB1AF3}"/>
              </a:ext>
            </a:extLst>
          </p:cNvPr>
          <p:cNvSpPr txBox="1"/>
          <p:nvPr/>
        </p:nvSpPr>
        <p:spPr>
          <a:xfrm>
            <a:off x="3717234" y="6916727"/>
            <a:ext cx="4298674" cy="230832"/>
          </a:xfrm>
          <a:prstGeom prst="rect">
            <a:avLst/>
          </a:prstGeom>
          <a:noFill/>
        </p:spPr>
        <p:txBody>
          <a:bodyPr wrap="square" rtlCol="0">
            <a:spAutoFit/>
          </a:bodyPr>
          <a:lstStyle/>
          <a:p>
            <a:r>
              <a:rPr lang="en-US" sz="900">
                <a:hlinkClick r:id="rId5" tooltip="https://sketchfab.com/3d-models/sylized-hand-painted-cartoon-car-01f98e92152d4d8386131ffe322f3210"/>
              </a:rPr>
              <a:t>This Photo</a:t>
            </a:r>
            <a:r>
              <a:rPr lang="en-US" sz="900"/>
              <a:t> by Unknown Author is licensed under </a:t>
            </a:r>
            <a:r>
              <a:rPr lang="en-US" sz="900">
                <a:hlinkClick r:id="rId6" tooltip="https://creativecommons.org/licenses/by/3.0/"/>
              </a:rPr>
              <a:t>CC BY</a:t>
            </a:r>
            <a:endParaRPr lang="en-US" sz="900"/>
          </a:p>
        </p:txBody>
      </p:sp>
      <p:pic>
        <p:nvPicPr>
          <p:cNvPr id="10" name="Picture 9">
            <a:extLst>
              <a:ext uri="{FF2B5EF4-FFF2-40B4-BE49-F238E27FC236}">
                <a16:creationId xmlns:a16="http://schemas.microsoft.com/office/drawing/2014/main" id="{CAFAB886-B7DF-0BCB-40A8-18105B3F348B}"/>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8367350" y="4313583"/>
            <a:ext cx="3050070" cy="2440056"/>
          </a:xfrm>
          <a:prstGeom prst="rect">
            <a:avLst/>
          </a:prstGeom>
        </p:spPr>
      </p:pic>
    </p:spTree>
    <p:extLst>
      <p:ext uri="{BB962C8B-B14F-4D97-AF65-F5344CB8AC3E}">
        <p14:creationId xmlns:p14="http://schemas.microsoft.com/office/powerpoint/2010/main" val="3171746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B8392-07D7-A21B-BCFC-4439AC5267AF}"/>
              </a:ext>
            </a:extLst>
          </p:cNvPr>
          <p:cNvSpPr>
            <a:spLocks noGrp="1"/>
          </p:cNvSpPr>
          <p:nvPr>
            <p:ph type="title"/>
          </p:nvPr>
        </p:nvSpPr>
        <p:spPr/>
        <p:txBody>
          <a:bodyPr/>
          <a:lstStyle/>
          <a:p>
            <a:r>
              <a:rPr lang="en-US" dirty="0"/>
              <a:t>Timeline</a:t>
            </a:r>
          </a:p>
        </p:txBody>
      </p:sp>
      <p:graphicFrame>
        <p:nvGraphicFramePr>
          <p:cNvPr id="5" name="Content Placeholder 2">
            <a:extLst>
              <a:ext uri="{FF2B5EF4-FFF2-40B4-BE49-F238E27FC236}">
                <a16:creationId xmlns:a16="http://schemas.microsoft.com/office/drawing/2014/main" id="{1CCC71BF-A9DA-56B8-FBAD-7FC94525BD64}"/>
              </a:ext>
            </a:extLst>
          </p:cNvPr>
          <p:cNvGraphicFramePr>
            <a:graphicFrameLocks noGrp="1"/>
          </p:cNvGraphicFramePr>
          <p:nvPr>
            <p:ph idx="1"/>
            <p:extLst>
              <p:ext uri="{D42A27DB-BD31-4B8C-83A1-F6EECF244321}">
                <p14:modId xmlns:p14="http://schemas.microsoft.com/office/powerpoint/2010/main" val="428816914"/>
              </p:ext>
            </p:extLst>
          </p:nvPr>
        </p:nvGraphicFramePr>
        <p:xfrm>
          <a:off x="913795" y="1732449"/>
          <a:ext cx="10353762" cy="4058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2173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7F16A-C13C-5207-5CA2-77EDD69EB30C}"/>
              </a:ext>
            </a:extLst>
          </p:cNvPr>
          <p:cNvSpPr>
            <a:spLocks noGrp="1"/>
          </p:cNvSpPr>
          <p:nvPr>
            <p:ph type="title"/>
          </p:nvPr>
        </p:nvSpPr>
        <p:spPr>
          <a:xfrm>
            <a:off x="884766" y="2458550"/>
            <a:ext cx="10353762" cy="970450"/>
          </a:xfrm>
        </p:spPr>
        <p:txBody>
          <a:bodyPr>
            <a:noAutofit/>
          </a:bodyPr>
          <a:lstStyle/>
          <a:p>
            <a:r>
              <a:rPr lang="en-US" sz="9600" dirty="0"/>
              <a:t>Questions?</a:t>
            </a:r>
          </a:p>
        </p:txBody>
      </p:sp>
    </p:spTree>
    <p:extLst>
      <p:ext uri="{BB962C8B-B14F-4D97-AF65-F5344CB8AC3E}">
        <p14:creationId xmlns:p14="http://schemas.microsoft.com/office/powerpoint/2010/main" val="27449245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475</TotalTime>
  <Words>534</Words>
  <Application>Microsoft Office PowerPoint</Application>
  <PresentationFormat>Widescreen</PresentationFormat>
  <Paragraphs>59</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Calisto MT</vt:lpstr>
      <vt:lpstr>Wingdings 2</vt:lpstr>
      <vt:lpstr>Slate</vt:lpstr>
      <vt:lpstr>ComparePro</vt:lpstr>
      <vt:lpstr>Overview</vt:lpstr>
      <vt:lpstr>Frameworks</vt:lpstr>
      <vt:lpstr>Use Case 1</vt:lpstr>
      <vt:lpstr>Use case 2</vt:lpstr>
      <vt:lpstr>UserInterface Design</vt:lpstr>
      <vt:lpstr>MVC</vt:lpstr>
      <vt:lpstr>Version 1.0</vt:lpstr>
      <vt:lpstr>Version 2.0</vt:lpstr>
      <vt:lpstr>Timeline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Clayton Burgess</dc:creator>
  <cp:lastModifiedBy>Clayton Burgess</cp:lastModifiedBy>
  <cp:revision>16</cp:revision>
  <dcterms:created xsi:type="dcterms:W3CDTF">2026-02-09T19:54:07Z</dcterms:created>
  <dcterms:modified xsi:type="dcterms:W3CDTF">2026-02-17T21:50:00Z</dcterms:modified>
</cp:coreProperties>
</file>