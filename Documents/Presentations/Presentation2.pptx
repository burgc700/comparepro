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7" r:id="rId5"/>
    <p:sldId id="261" r:id="rId6"/>
    <p:sldId id="260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9" d="100"/>
          <a:sy n="79" d="100"/>
        </p:scale>
        <p:origin x="835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022024-9B3A-4BBE-AF0C-62B571642593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1A60200-6545-41EA-93F8-321E7ECC0F2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Website to compare computer components so users can find the best deals.</a:t>
          </a:r>
        </a:p>
      </dgm:t>
    </dgm:pt>
    <dgm:pt modelId="{2466EF30-F1B3-45BF-A5B8-FA5EAF68FFA6}" type="parTrans" cxnId="{2929B7B8-F7E3-4B46-9AD6-48F1F5D53BF6}">
      <dgm:prSet/>
      <dgm:spPr/>
      <dgm:t>
        <a:bodyPr/>
        <a:lstStyle/>
        <a:p>
          <a:endParaRPr lang="en-US"/>
        </a:p>
      </dgm:t>
    </dgm:pt>
    <dgm:pt modelId="{4452430E-F32D-4A88-ADEC-C69E0D78BB95}" type="sibTrans" cxnId="{2929B7B8-F7E3-4B46-9AD6-48F1F5D53BF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1356E25-1388-49D4-93F1-4BD5692248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phone app like feel so users can like and comment on products.</a:t>
          </a:r>
        </a:p>
      </dgm:t>
    </dgm:pt>
    <dgm:pt modelId="{3E1185A7-7085-480A-91A3-6FD54B34EF3C}" type="parTrans" cxnId="{5A02C6E1-54AD-46ED-93EC-B3E55359A46B}">
      <dgm:prSet/>
      <dgm:spPr/>
      <dgm:t>
        <a:bodyPr/>
        <a:lstStyle/>
        <a:p>
          <a:endParaRPr lang="en-US"/>
        </a:p>
      </dgm:t>
    </dgm:pt>
    <dgm:pt modelId="{27FF5209-5D8C-409A-B3AE-32230A5826FC}" type="sibTrans" cxnId="{5A02C6E1-54AD-46ED-93EC-B3E55359A46B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DF34F15-6299-4D3C-9658-957357EA60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Goal is to eliminate having multiple windows open to look for products and to eliminate having another tool to way pros and cons when making a final decision.</a:t>
          </a:r>
        </a:p>
      </dgm:t>
    </dgm:pt>
    <dgm:pt modelId="{56B9DCE3-EDE7-4511-AD4A-1235E2A9B31C}" type="parTrans" cxnId="{55B218C1-99F7-4E9E-A0B7-058C0C2490AE}">
      <dgm:prSet/>
      <dgm:spPr/>
      <dgm:t>
        <a:bodyPr/>
        <a:lstStyle/>
        <a:p>
          <a:endParaRPr lang="en-US"/>
        </a:p>
      </dgm:t>
    </dgm:pt>
    <dgm:pt modelId="{6E1538C6-2BB2-4446-80D9-896014FC3FFA}" type="sibTrans" cxnId="{55B218C1-99F7-4E9E-A0B7-058C0C2490A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707F833-79F4-4D94-8BC0-D0EAE777AA7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Python back end with Flask API, react front end, SSMS Data storage</a:t>
          </a:r>
        </a:p>
      </dgm:t>
    </dgm:pt>
    <dgm:pt modelId="{889403C2-E07A-4BFD-B85A-D80DFD9CE247}" type="parTrans" cxnId="{56F8BE48-DCA0-4B57-BDDD-1FA6261B4490}">
      <dgm:prSet/>
      <dgm:spPr/>
      <dgm:t>
        <a:bodyPr/>
        <a:lstStyle/>
        <a:p>
          <a:endParaRPr lang="en-US"/>
        </a:p>
      </dgm:t>
    </dgm:pt>
    <dgm:pt modelId="{D21C1350-AAC8-4273-8FF1-6AA9C90B2C63}" type="sibTrans" cxnId="{56F8BE48-DCA0-4B57-BDDD-1FA6261B4490}">
      <dgm:prSet/>
      <dgm:spPr/>
      <dgm:t>
        <a:bodyPr/>
        <a:lstStyle/>
        <a:p>
          <a:endParaRPr lang="en-US"/>
        </a:p>
      </dgm:t>
    </dgm:pt>
    <dgm:pt modelId="{F58C38D6-87EB-4866-AEB4-95E9C75385ED}" type="pres">
      <dgm:prSet presAssocID="{9D022024-9B3A-4BBE-AF0C-62B571642593}" presName="root" presStyleCnt="0">
        <dgm:presLayoutVars>
          <dgm:dir/>
          <dgm:resizeHandles val="exact"/>
        </dgm:presLayoutVars>
      </dgm:prSet>
      <dgm:spPr/>
    </dgm:pt>
    <dgm:pt modelId="{8213D07D-F071-4E1E-A182-A3F1B40884E3}" type="pres">
      <dgm:prSet presAssocID="{9D022024-9B3A-4BBE-AF0C-62B571642593}" presName="container" presStyleCnt="0">
        <dgm:presLayoutVars>
          <dgm:dir/>
          <dgm:resizeHandles val="exact"/>
        </dgm:presLayoutVars>
      </dgm:prSet>
      <dgm:spPr/>
    </dgm:pt>
    <dgm:pt modelId="{B5BCFB7A-F61F-4B8D-83D8-BCC62C3D6FB7}" type="pres">
      <dgm:prSet presAssocID="{21A60200-6545-41EA-93F8-321E7ECC0F2B}" presName="compNode" presStyleCnt="0"/>
      <dgm:spPr/>
    </dgm:pt>
    <dgm:pt modelId="{AC97A8BB-DEFE-461F-992F-960DE8BED31B}" type="pres">
      <dgm:prSet presAssocID="{21A60200-6545-41EA-93F8-321E7ECC0F2B}" presName="iconBgRect" presStyleLbl="bgShp" presStyleIdx="0" presStyleCnt="4"/>
      <dgm:spPr/>
    </dgm:pt>
    <dgm:pt modelId="{A8269F7D-5041-4ABD-9749-F2494008FC0F}" type="pres">
      <dgm:prSet presAssocID="{21A60200-6545-41EA-93F8-321E7ECC0F2B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C17B8F9-43C4-4E1F-8FE5-1A9A1981CE40}" type="pres">
      <dgm:prSet presAssocID="{21A60200-6545-41EA-93F8-321E7ECC0F2B}" presName="spaceRect" presStyleCnt="0"/>
      <dgm:spPr/>
    </dgm:pt>
    <dgm:pt modelId="{2C4D6B8C-1D4A-4A07-808B-DC1315544F62}" type="pres">
      <dgm:prSet presAssocID="{21A60200-6545-41EA-93F8-321E7ECC0F2B}" presName="textRect" presStyleLbl="revTx" presStyleIdx="0" presStyleCnt="4">
        <dgm:presLayoutVars>
          <dgm:chMax val="1"/>
          <dgm:chPref val="1"/>
        </dgm:presLayoutVars>
      </dgm:prSet>
      <dgm:spPr/>
    </dgm:pt>
    <dgm:pt modelId="{A354D8B0-1C3F-4809-9AE0-31C25F2A8859}" type="pres">
      <dgm:prSet presAssocID="{4452430E-F32D-4A88-ADEC-C69E0D78BB95}" presName="sibTrans" presStyleLbl="sibTrans2D1" presStyleIdx="0" presStyleCnt="0"/>
      <dgm:spPr/>
    </dgm:pt>
    <dgm:pt modelId="{2DDBD115-C27C-43E3-AD5B-C577BD0D7446}" type="pres">
      <dgm:prSet presAssocID="{01356E25-1388-49D4-93F1-4BD569224846}" presName="compNode" presStyleCnt="0"/>
      <dgm:spPr/>
    </dgm:pt>
    <dgm:pt modelId="{16B691CA-64E5-46A9-8F81-1DB97AD41DA1}" type="pres">
      <dgm:prSet presAssocID="{01356E25-1388-49D4-93F1-4BD569224846}" presName="iconBgRect" presStyleLbl="bgShp" presStyleIdx="1" presStyleCnt="4"/>
      <dgm:spPr/>
    </dgm:pt>
    <dgm:pt modelId="{0FAEED39-87F5-4684-8546-01349715FB55}" type="pres">
      <dgm:prSet presAssocID="{01356E25-1388-49D4-93F1-4BD56922484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eaker Phone"/>
        </a:ext>
      </dgm:extLst>
    </dgm:pt>
    <dgm:pt modelId="{1BF74048-CA10-4D22-AA0F-B72D535D3331}" type="pres">
      <dgm:prSet presAssocID="{01356E25-1388-49D4-93F1-4BD569224846}" presName="spaceRect" presStyleCnt="0"/>
      <dgm:spPr/>
    </dgm:pt>
    <dgm:pt modelId="{7C8E4216-55D4-4A53-804D-02B97DCE4B25}" type="pres">
      <dgm:prSet presAssocID="{01356E25-1388-49D4-93F1-4BD569224846}" presName="textRect" presStyleLbl="revTx" presStyleIdx="1" presStyleCnt="4">
        <dgm:presLayoutVars>
          <dgm:chMax val="1"/>
          <dgm:chPref val="1"/>
        </dgm:presLayoutVars>
      </dgm:prSet>
      <dgm:spPr/>
    </dgm:pt>
    <dgm:pt modelId="{2CBB8A00-DA20-4E17-B064-C0094B7777B6}" type="pres">
      <dgm:prSet presAssocID="{27FF5209-5D8C-409A-B3AE-32230A5826FC}" presName="sibTrans" presStyleLbl="sibTrans2D1" presStyleIdx="0" presStyleCnt="0"/>
      <dgm:spPr/>
    </dgm:pt>
    <dgm:pt modelId="{149A38C3-639D-4080-A5C9-D2A2F1FF2BB7}" type="pres">
      <dgm:prSet presAssocID="{3DF34F15-6299-4D3C-9658-957357EA60F2}" presName="compNode" presStyleCnt="0"/>
      <dgm:spPr/>
    </dgm:pt>
    <dgm:pt modelId="{073E532F-602E-4353-93A5-1F97F142CB9D}" type="pres">
      <dgm:prSet presAssocID="{3DF34F15-6299-4D3C-9658-957357EA60F2}" presName="iconBgRect" presStyleLbl="bgShp" presStyleIdx="2" presStyleCnt="4"/>
      <dgm:spPr/>
    </dgm:pt>
    <dgm:pt modelId="{DCA4A444-CF30-4184-AFE8-E011C30E96D6}" type="pres">
      <dgm:prSet presAssocID="{3DF34F15-6299-4D3C-9658-957357EA60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5BA5083-5E8A-4523-B512-2FB0269327C2}" type="pres">
      <dgm:prSet presAssocID="{3DF34F15-6299-4D3C-9658-957357EA60F2}" presName="spaceRect" presStyleCnt="0"/>
      <dgm:spPr/>
    </dgm:pt>
    <dgm:pt modelId="{5136194C-698D-452B-82B3-956850E2115C}" type="pres">
      <dgm:prSet presAssocID="{3DF34F15-6299-4D3C-9658-957357EA60F2}" presName="textRect" presStyleLbl="revTx" presStyleIdx="2" presStyleCnt="4">
        <dgm:presLayoutVars>
          <dgm:chMax val="1"/>
          <dgm:chPref val="1"/>
        </dgm:presLayoutVars>
      </dgm:prSet>
      <dgm:spPr/>
    </dgm:pt>
    <dgm:pt modelId="{ACCD8B63-0E07-4A53-8172-2D4B900E84D3}" type="pres">
      <dgm:prSet presAssocID="{6E1538C6-2BB2-4446-80D9-896014FC3FFA}" presName="sibTrans" presStyleLbl="sibTrans2D1" presStyleIdx="0" presStyleCnt="0"/>
      <dgm:spPr/>
    </dgm:pt>
    <dgm:pt modelId="{2205827E-6157-46E8-888E-357B3EA7BFA9}" type="pres">
      <dgm:prSet presAssocID="{6707F833-79F4-4D94-8BC0-D0EAE777AA79}" presName="compNode" presStyleCnt="0"/>
      <dgm:spPr/>
    </dgm:pt>
    <dgm:pt modelId="{117EDF74-ADE5-4776-B162-1F9409EA00B2}" type="pres">
      <dgm:prSet presAssocID="{6707F833-79F4-4D94-8BC0-D0EAE777AA79}" presName="iconBgRect" presStyleLbl="bgShp" presStyleIdx="3" presStyleCnt="4"/>
      <dgm:spPr/>
    </dgm:pt>
    <dgm:pt modelId="{3B8DBE7D-CD91-4B48-A9D0-FEB297B4A27B}" type="pres">
      <dgm:prSet presAssocID="{6707F833-79F4-4D94-8BC0-D0EAE777AA79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D02C03DA-E258-4C68-B474-BD90090334DB}" type="pres">
      <dgm:prSet presAssocID="{6707F833-79F4-4D94-8BC0-D0EAE777AA79}" presName="spaceRect" presStyleCnt="0"/>
      <dgm:spPr/>
    </dgm:pt>
    <dgm:pt modelId="{0BF0FD93-C071-4DAE-8C3E-A57AFE374F7A}" type="pres">
      <dgm:prSet presAssocID="{6707F833-79F4-4D94-8BC0-D0EAE777AA7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4072635-87C5-4351-A112-979062FEDB38}" type="presOf" srcId="{6E1538C6-2BB2-4446-80D9-896014FC3FFA}" destId="{ACCD8B63-0E07-4A53-8172-2D4B900E84D3}" srcOrd="0" destOrd="0" presId="urn:microsoft.com/office/officeart/2018/2/layout/IconCircleList"/>
    <dgm:cxn modelId="{56F8BE48-DCA0-4B57-BDDD-1FA6261B4490}" srcId="{9D022024-9B3A-4BBE-AF0C-62B571642593}" destId="{6707F833-79F4-4D94-8BC0-D0EAE777AA79}" srcOrd="3" destOrd="0" parTransId="{889403C2-E07A-4BFD-B85A-D80DFD9CE247}" sibTransId="{D21C1350-AAC8-4273-8FF1-6AA9C90B2C63}"/>
    <dgm:cxn modelId="{810F9151-67B8-4E2C-96D0-176F00D30F7F}" type="presOf" srcId="{27FF5209-5D8C-409A-B3AE-32230A5826FC}" destId="{2CBB8A00-DA20-4E17-B064-C0094B7777B6}" srcOrd="0" destOrd="0" presId="urn:microsoft.com/office/officeart/2018/2/layout/IconCircleList"/>
    <dgm:cxn modelId="{40C19C79-C709-4C09-B8C8-4DF0594CD44B}" type="presOf" srcId="{3DF34F15-6299-4D3C-9658-957357EA60F2}" destId="{5136194C-698D-452B-82B3-956850E2115C}" srcOrd="0" destOrd="0" presId="urn:microsoft.com/office/officeart/2018/2/layout/IconCircleList"/>
    <dgm:cxn modelId="{4D541487-0AA1-47C9-80EE-6E09CF95E1A6}" type="presOf" srcId="{01356E25-1388-49D4-93F1-4BD569224846}" destId="{7C8E4216-55D4-4A53-804D-02B97DCE4B25}" srcOrd="0" destOrd="0" presId="urn:microsoft.com/office/officeart/2018/2/layout/IconCircleList"/>
    <dgm:cxn modelId="{2929B7B8-F7E3-4B46-9AD6-48F1F5D53BF6}" srcId="{9D022024-9B3A-4BBE-AF0C-62B571642593}" destId="{21A60200-6545-41EA-93F8-321E7ECC0F2B}" srcOrd="0" destOrd="0" parTransId="{2466EF30-F1B3-45BF-A5B8-FA5EAF68FFA6}" sibTransId="{4452430E-F32D-4A88-ADEC-C69E0D78BB95}"/>
    <dgm:cxn modelId="{55B218C1-99F7-4E9E-A0B7-058C0C2490AE}" srcId="{9D022024-9B3A-4BBE-AF0C-62B571642593}" destId="{3DF34F15-6299-4D3C-9658-957357EA60F2}" srcOrd="2" destOrd="0" parTransId="{56B9DCE3-EDE7-4511-AD4A-1235E2A9B31C}" sibTransId="{6E1538C6-2BB2-4446-80D9-896014FC3FFA}"/>
    <dgm:cxn modelId="{CEB12FC2-32C5-4E7A-9016-FD1B6907D81E}" type="presOf" srcId="{9D022024-9B3A-4BBE-AF0C-62B571642593}" destId="{F58C38D6-87EB-4866-AEB4-95E9C75385ED}" srcOrd="0" destOrd="0" presId="urn:microsoft.com/office/officeart/2018/2/layout/IconCircleList"/>
    <dgm:cxn modelId="{1EB198DE-7175-4163-ACAE-EF8080313C35}" type="presOf" srcId="{6707F833-79F4-4D94-8BC0-D0EAE777AA79}" destId="{0BF0FD93-C071-4DAE-8C3E-A57AFE374F7A}" srcOrd="0" destOrd="0" presId="urn:microsoft.com/office/officeart/2018/2/layout/IconCircleList"/>
    <dgm:cxn modelId="{5A02C6E1-54AD-46ED-93EC-B3E55359A46B}" srcId="{9D022024-9B3A-4BBE-AF0C-62B571642593}" destId="{01356E25-1388-49D4-93F1-4BD569224846}" srcOrd="1" destOrd="0" parTransId="{3E1185A7-7085-480A-91A3-6FD54B34EF3C}" sibTransId="{27FF5209-5D8C-409A-B3AE-32230A5826FC}"/>
    <dgm:cxn modelId="{A6302DE7-73A9-4A23-B30D-3149F2EDAF80}" type="presOf" srcId="{21A60200-6545-41EA-93F8-321E7ECC0F2B}" destId="{2C4D6B8C-1D4A-4A07-808B-DC1315544F62}" srcOrd="0" destOrd="0" presId="urn:microsoft.com/office/officeart/2018/2/layout/IconCircleList"/>
    <dgm:cxn modelId="{D16592EB-D661-49AE-984B-958FBC4B41D2}" type="presOf" srcId="{4452430E-F32D-4A88-ADEC-C69E0D78BB95}" destId="{A354D8B0-1C3F-4809-9AE0-31C25F2A8859}" srcOrd="0" destOrd="0" presId="urn:microsoft.com/office/officeart/2018/2/layout/IconCircleList"/>
    <dgm:cxn modelId="{FC292284-B38D-48E8-BC77-8C4F8A947904}" type="presParOf" srcId="{F58C38D6-87EB-4866-AEB4-95E9C75385ED}" destId="{8213D07D-F071-4E1E-A182-A3F1B40884E3}" srcOrd="0" destOrd="0" presId="urn:microsoft.com/office/officeart/2018/2/layout/IconCircleList"/>
    <dgm:cxn modelId="{6D557E93-6D69-4980-8C7A-CF59C71B79E6}" type="presParOf" srcId="{8213D07D-F071-4E1E-A182-A3F1B40884E3}" destId="{B5BCFB7A-F61F-4B8D-83D8-BCC62C3D6FB7}" srcOrd="0" destOrd="0" presId="urn:microsoft.com/office/officeart/2018/2/layout/IconCircleList"/>
    <dgm:cxn modelId="{E76597E2-5E5E-4896-86BA-C82CBBE19C91}" type="presParOf" srcId="{B5BCFB7A-F61F-4B8D-83D8-BCC62C3D6FB7}" destId="{AC97A8BB-DEFE-461F-992F-960DE8BED31B}" srcOrd="0" destOrd="0" presId="urn:microsoft.com/office/officeart/2018/2/layout/IconCircleList"/>
    <dgm:cxn modelId="{C7D6CBAC-A8BA-4F00-AFD8-22DE594180E9}" type="presParOf" srcId="{B5BCFB7A-F61F-4B8D-83D8-BCC62C3D6FB7}" destId="{A8269F7D-5041-4ABD-9749-F2494008FC0F}" srcOrd="1" destOrd="0" presId="urn:microsoft.com/office/officeart/2018/2/layout/IconCircleList"/>
    <dgm:cxn modelId="{BF236827-07FE-4ED8-B7B8-90567C880DD7}" type="presParOf" srcId="{B5BCFB7A-F61F-4B8D-83D8-BCC62C3D6FB7}" destId="{5C17B8F9-43C4-4E1F-8FE5-1A9A1981CE40}" srcOrd="2" destOrd="0" presId="urn:microsoft.com/office/officeart/2018/2/layout/IconCircleList"/>
    <dgm:cxn modelId="{A8769538-CAB7-4FEC-9E2F-60054246211E}" type="presParOf" srcId="{B5BCFB7A-F61F-4B8D-83D8-BCC62C3D6FB7}" destId="{2C4D6B8C-1D4A-4A07-808B-DC1315544F62}" srcOrd="3" destOrd="0" presId="urn:microsoft.com/office/officeart/2018/2/layout/IconCircleList"/>
    <dgm:cxn modelId="{0D6B7A3A-5214-4B5E-8DE6-4082B03C7D77}" type="presParOf" srcId="{8213D07D-F071-4E1E-A182-A3F1B40884E3}" destId="{A354D8B0-1C3F-4809-9AE0-31C25F2A8859}" srcOrd="1" destOrd="0" presId="urn:microsoft.com/office/officeart/2018/2/layout/IconCircleList"/>
    <dgm:cxn modelId="{840630FA-815E-41BF-A280-4CA636613C8F}" type="presParOf" srcId="{8213D07D-F071-4E1E-A182-A3F1B40884E3}" destId="{2DDBD115-C27C-43E3-AD5B-C577BD0D7446}" srcOrd="2" destOrd="0" presId="urn:microsoft.com/office/officeart/2018/2/layout/IconCircleList"/>
    <dgm:cxn modelId="{36CAA9CE-BADF-49B0-8D92-4C8A4B8A982F}" type="presParOf" srcId="{2DDBD115-C27C-43E3-AD5B-C577BD0D7446}" destId="{16B691CA-64E5-46A9-8F81-1DB97AD41DA1}" srcOrd="0" destOrd="0" presId="urn:microsoft.com/office/officeart/2018/2/layout/IconCircleList"/>
    <dgm:cxn modelId="{B0CDE2FC-9B11-44E8-BC24-F0067D793EB8}" type="presParOf" srcId="{2DDBD115-C27C-43E3-AD5B-C577BD0D7446}" destId="{0FAEED39-87F5-4684-8546-01349715FB55}" srcOrd="1" destOrd="0" presId="urn:microsoft.com/office/officeart/2018/2/layout/IconCircleList"/>
    <dgm:cxn modelId="{B3149C99-52F7-4007-A844-D0C36CED25B8}" type="presParOf" srcId="{2DDBD115-C27C-43E3-AD5B-C577BD0D7446}" destId="{1BF74048-CA10-4D22-AA0F-B72D535D3331}" srcOrd="2" destOrd="0" presId="urn:microsoft.com/office/officeart/2018/2/layout/IconCircleList"/>
    <dgm:cxn modelId="{6CE13C96-1DA6-4951-BBE7-54347C12D9FE}" type="presParOf" srcId="{2DDBD115-C27C-43E3-AD5B-C577BD0D7446}" destId="{7C8E4216-55D4-4A53-804D-02B97DCE4B25}" srcOrd="3" destOrd="0" presId="urn:microsoft.com/office/officeart/2018/2/layout/IconCircleList"/>
    <dgm:cxn modelId="{9DB6E8C5-1515-40E8-A201-8C21E01207A1}" type="presParOf" srcId="{8213D07D-F071-4E1E-A182-A3F1B40884E3}" destId="{2CBB8A00-DA20-4E17-B064-C0094B7777B6}" srcOrd="3" destOrd="0" presId="urn:microsoft.com/office/officeart/2018/2/layout/IconCircleList"/>
    <dgm:cxn modelId="{3A2641E8-E487-461B-ABE6-5A6362E569E6}" type="presParOf" srcId="{8213D07D-F071-4E1E-A182-A3F1B40884E3}" destId="{149A38C3-639D-4080-A5C9-D2A2F1FF2BB7}" srcOrd="4" destOrd="0" presId="urn:microsoft.com/office/officeart/2018/2/layout/IconCircleList"/>
    <dgm:cxn modelId="{092B8540-6959-40AB-B6BA-0BBD8F2FF55A}" type="presParOf" srcId="{149A38C3-639D-4080-A5C9-D2A2F1FF2BB7}" destId="{073E532F-602E-4353-93A5-1F97F142CB9D}" srcOrd="0" destOrd="0" presId="urn:microsoft.com/office/officeart/2018/2/layout/IconCircleList"/>
    <dgm:cxn modelId="{6B0AAFF4-3B51-438C-8126-B10E4CE40456}" type="presParOf" srcId="{149A38C3-639D-4080-A5C9-D2A2F1FF2BB7}" destId="{DCA4A444-CF30-4184-AFE8-E011C30E96D6}" srcOrd="1" destOrd="0" presId="urn:microsoft.com/office/officeart/2018/2/layout/IconCircleList"/>
    <dgm:cxn modelId="{2C0400D5-94C3-4E65-9BCA-6A78D5FCA1E0}" type="presParOf" srcId="{149A38C3-639D-4080-A5C9-D2A2F1FF2BB7}" destId="{F5BA5083-5E8A-4523-B512-2FB0269327C2}" srcOrd="2" destOrd="0" presId="urn:microsoft.com/office/officeart/2018/2/layout/IconCircleList"/>
    <dgm:cxn modelId="{55CA1858-FD7C-4A91-A292-A27335D6A038}" type="presParOf" srcId="{149A38C3-639D-4080-A5C9-D2A2F1FF2BB7}" destId="{5136194C-698D-452B-82B3-956850E2115C}" srcOrd="3" destOrd="0" presId="urn:microsoft.com/office/officeart/2018/2/layout/IconCircleList"/>
    <dgm:cxn modelId="{E5A8D84E-5EA0-40CA-876B-6D89D8E82AFF}" type="presParOf" srcId="{8213D07D-F071-4E1E-A182-A3F1B40884E3}" destId="{ACCD8B63-0E07-4A53-8172-2D4B900E84D3}" srcOrd="5" destOrd="0" presId="urn:microsoft.com/office/officeart/2018/2/layout/IconCircleList"/>
    <dgm:cxn modelId="{C06F860A-7860-4867-9A23-2633886ACE20}" type="presParOf" srcId="{8213D07D-F071-4E1E-A182-A3F1B40884E3}" destId="{2205827E-6157-46E8-888E-357B3EA7BFA9}" srcOrd="6" destOrd="0" presId="urn:microsoft.com/office/officeart/2018/2/layout/IconCircleList"/>
    <dgm:cxn modelId="{395C11EF-E4A8-44B7-9D31-192807E6C1C0}" type="presParOf" srcId="{2205827E-6157-46E8-888E-357B3EA7BFA9}" destId="{117EDF74-ADE5-4776-B162-1F9409EA00B2}" srcOrd="0" destOrd="0" presId="urn:microsoft.com/office/officeart/2018/2/layout/IconCircleList"/>
    <dgm:cxn modelId="{BD87504F-022B-4A5B-AE80-85FCD4A029D7}" type="presParOf" srcId="{2205827E-6157-46E8-888E-357B3EA7BFA9}" destId="{3B8DBE7D-CD91-4B48-A9D0-FEB297B4A27B}" srcOrd="1" destOrd="0" presId="urn:microsoft.com/office/officeart/2018/2/layout/IconCircleList"/>
    <dgm:cxn modelId="{47EC55EE-E041-4F79-A668-E4A248134D33}" type="presParOf" srcId="{2205827E-6157-46E8-888E-357B3EA7BFA9}" destId="{D02C03DA-E258-4C68-B474-BD90090334DB}" srcOrd="2" destOrd="0" presId="urn:microsoft.com/office/officeart/2018/2/layout/IconCircleList"/>
    <dgm:cxn modelId="{E9B1626E-4122-4D5F-BDA4-B32386201503}" type="presParOf" srcId="{2205827E-6157-46E8-888E-357B3EA7BFA9}" destId="{0BF0FD93-C071-4DAE-8C3E-A57AFE374F7A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211862-0901-4F07-BC79-2A0CB6D57573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2EE35DC-B5FE-4C4B-A550-822796903603}">
      <dgm:prSet/>
      <dgm:spPr/>
      <dgm:t>
        <a:bodyPr/>
        <a:lstStyle/>
        <a:p>
          <a:pPr>
            <a:defRPr b="1"/>
          </a:pPr>
          <a:r>
            <a:rPr lang="en-US"/>
            <a:t>API/DataBase:</a:t>
          </a:r>
        </a:p>
      </dgm:t>
    </dgm:pt>
    <dgm:pt modelId="{EF21CA62-BC93-4BFF-93AC-EB31F9842E9B}" type="parTrans" cxnId="{6282E9A2-B3EC-43BE-9BFE-4506AC9C8C57}">
      <dgm:prSet/>
      <dgm:spPr/>
      <dgm:t>
        <a:bodyPr/>
        <a:lstStyle/>
        <a:p>
          <a:endParaRPr lang="en-US"/>
        </a:p>
      </dgm:t>
    </dgm:pt>
    <dgm:pt modelId="{99923C04-16E3-45A3-BACB-333DD8023DEA}" type="sibTrans" cxnId="{6282E9A2-B3EC-43BE-9BFE-4506AC9C8C57}">
      <dgm:prSet/>
      <dgm:spPr/>
      <dgm:t>
        <a:bodyPr/>
        <a:lstStyle/>
        <a:p>
          <a:endParaRPr lang="en-US"/>
        </a:p>
      </dgm:t>
    </dgm:pt>
    <dgm:pt modelId="{3152ED26-1348-4CF9-9935-733E8363913D}">
      <dgm:prSet/>
      <dgm:spPr/>
      <dgm:t>
        <a:bodyPr/>
        <a:lstStyle/>
        <a:p>
          <a:r>
            <a:rPr lang="en-US" dirty="0"/>
            <a:t>Manual</a:t>
          </a:r>
        </a:p>
      </dgm:t>
    </dgm:pt>
    <dgm:pt modelId="{95DA2E47-3EA3-49C5-9ADD-48734B45F57B}" type="parTrans" cxnId="{2DBDE372-AF4A-4612-8379-A7B9F1A6093C}">
      <dgm:prSet/>
      <dgm:spPr/>
      <dgm:t>
        <a:bodyPr/>
        <a:lstStyle/>
        <a:p>
          <a:endParaRPr lang="en-US"/>
        </a:p>
      </dgm:t>
    </dgm:pt>
    <dgm:pt modelId="{2E5220E9-F026-432C-BA7E-B8E491D665B4}" type="sibTrans" cxnId="{2DBDE372-AF4A-4612-8379-A7B9F1A6093C}">
      <dgm:prSet/>
      <dgm:spPr/>
      <dgm:t>
        <a:bodyPr/>
        <a:lstStyle/>
        <a:p>
          <a:endParaRPr lang="en-US"/>
        </a:p>
      </dgm:t>
    </dgm:pt>
    <dgm:pt modelId="{27C6A26C-2C3B-44DD-9E8B-409BF4054E41}">
      <dgm:prSet/>
      <dgm:spPr/>
      <dgm:t>
        <a:bodyPr/>
        <a:lstStyle/>
        <a:p>
          <a:r>
            <a:rPr lang="en-US" dirty="0"/>
            <a:t>Postman</a:t>
          </a:r>
        </a:p>
      </dgm:t>
    </dgm:pt>
    <dgm:pt modelId="{E95120FF-1DED-49F9-93E9-5835D01C1C2B}" type="parTrans" cxnId="{9C50DBF1-26E0-469E-884B-1E5AC2DB6A45}">
      <dgm:prSet/>
      <dgm:spPr/>
      <dgm:t>
        <a:bodyPr/>
        <a:lstStyle/>
        <a:p>
          <a:endParaRPr lang="en-US"/>
        </a:p>
      </dgm:t>
    </dgm:pt>
    <dgm:pt modelId="{F8968621-8F44-4A1E-A143-8162581520E1}" type="sibTrans" cxnId="{9C50DBF1-26E0-469E-884B-1E5AC2DB6A45}">
      <dgm:prSet/>
      <dgm:spPr/>
      <dgm:t>
        <a:bodyPr/>
        <a:lstStyle/>
        <a:p>
          <a:endParaRPr lang="en-US"/>
        </a:p>
      </dgm:t>
    </dgm:pt>
    <dgm:pt modelId="{141A7749-352D-4442-997A-938C84C7761A}">
      <dgm:prSet/>
      <dgm:spPr/>
      <dgm:t>
        <a:bodyPr/>
        <a:lstStyle/>
        <a:p>
          <a:r>
            <a:rPr lang="en-US" dirty="0"/>
            <a:t>Integration</a:t>
          </a:r>
        </a:p>
      </dgm:t>
    </dgm:pt>
    <dgm:pt modelId="{7D113416-D153-48DF-8B7B-434BF7D48F76}" type="parTrans" cxnId="{4C93B63B-99C3-4217-A371-FD72CD4D5D6D}">
      <dgm:prSet/>
      <dgm:spPr/>
      <dgm:t>
        <a:bodyPr/>
        <a:lstStyle/>
        <a:p>
          <a:endParaRPr lang="en-US"/>
        </a:p>
      </dgm:t>
    </dgm:pt>
    <dgm:pt modelId="{278D981A-A407-4CBD-A9C0-B2106FBD1A7A}" type="sibTrans" cxnId="{4C93B63B-99C3-4217-A371-FD72CD4D5D6D}">
      <dgm:prSet/>
      <dgm:spPr/>
      <dgm:t>
        <a:bodyPr/>
        <a:lstStyle/>
        <a:p>
          <a:endParaRPr lang="en-US"/>
        </a:p>
      </dgm:t>
    </dgm:pt>
    <dgm:pt modelId="{35FB1041-0EE8-4E8A-86BE-CF6BFB7641E8}">
      <dgm:prSet/>
      <dgm:spPr/>
      <dgm:t>
        <a:bodyPr/>
        <a:lstStyle/>
        <a:p>
          <a:r>
            <a:rPr lang="en-US" dirty="0"/>
            <a:t>Endpoints match database</a:t>
          </a:r>
        </a:p>
      </dgm:t>
    </dgm:pt>
    <dgm:pt modelId="{4370E0FA-40A8-43AC-8995-26E472CADC9B}" type="parTrans" cxnId="{3AC1B8DC-33C4-4D52-AEA6-EAA73400F54D}">
      <dgm:prSet/>
      <dgm:spPr/>
      <dgm:t>
        <a:bodyPr/>
        <a:lstStyle/>
        <a:p>
          <a:endParaRPr lang="en-US"/>
        </a:p>
      </dgm:t>
    </dgm:pt>
    <dgm:pt modelId="{B59C8CD3-0951-4F0A-9EF0-16388B6C17E9}" type="sibTrans" cxnId="{3AC1B8DC-33C4-4D52-AEA6-EAA73400F54D}">
      <dgm:prSet/>
      <dgm:spPr/>
      <dgm:t>
        <a:bodyPr/>
        <a:lstStyle/>
        <a:p>
          <a:endParaRPr lang="en-US"/>
        </a:p>
      </dgm:t>
    </dgm:pt>
    <dgm:pt modelId="{9267798E-5CDF-483E-BA2D-E4F1A4A366A5}">
      <dgm:prSet/>
      <dgm:spPr/>
      <dgm:t>
        <a:bodyPr/>
        <a:lstStyle/>
        <a:p>
          <a:r>
            <a:rPr lang="en-US" dirty="0"/>
            <a:t>Correct data stored when user performs an action</a:t>
          </a:r>
        </a:p>
      </dgm:t>
    </dgm:pt>
    <dgm:pt modelId="{91F9D86A-A4FF-4D5C-B768-4B4C03D4CAEA}" type="parTrans" cxnId="{3D7BFBAD-21B6-4401-AB29-489C03426986}">
      <dgm:prSet/>
      <dgm:spPr/>
      <dgm:t>
        <a:bodyPr/>
        <a:lstStyle/>
        <a:p>
          <a:endParaRPr lang="en-US"/>
        </a:p>
      </dgm:t>
    </dgm:pt>
    <dgm:pt modelId="{EC75C386-CE48-4033-AF0D-439AAA6F0A6F}" type="sibTrans" cxnId="{3D7BFBAD-21B6-4401-AB29-489C03426986}">
      <dgm:prSet/>
      <dgm:spPr/>
      <dgm:t>
        <a:bodyPr/>
        <a:lstStyle/>
        <a:p>
          <a:endParaRPr lang="en-US"/>
        </a:p>
      </dgm:t>
    </dgm:pt>
    <dgm:pt modelId="{2DBEB22A-0A95-4041-8FB1-964013F3ED3C}">
      <dgm:prSet/>
      <dgm:spPr/>
      <dgm:t>
        <a:bodyPr/>
        <a:lstStyle/>
        <a:p>
          <a:pPr>
            <a:defRPr b="1"/>
          </a:pPr>
          <a:r>
            <a:rPr lang="en-US" dirty="0"/>
            <a:t>Frontend:</a:t>
          </a:r>
        </a:p>
      </dgm:t>
    </dgm:pt>
    <dgm:pt modelId="{E8FF42AD-B523-4D47-90F9-6D96D92A61E7}" type="parTrans" cxnId="{4152C39B-D0D5-47CC-9900-BBDEDA6D5914}">
      <dgm:prSet/>
      <dgm:spPr/>
      <dgm:t>
        <a:bodyPr/>
        <a:lstStyle/>
        <a:p>
          <a:endParaRPr lang="en-US"/>
        </a:p>
      </dgm:t>
    </dgm:pt>
    <dgm:pt modelId="{FE515B37-1DAD-4DCD-B1A3-8FD7FBA6D02A}" type="sibTrans" cxnId="{4152C39B-D0D5-47CC-9900-BBDEDA6D5914}">
      <dgm:prSet/>
      <dgm:spPr/>
      <dgm:t>
        <a:bodyPr/>
        <a:lstStyle/>
        <a:p>
          <a:endParaRPr lang="en-US"/>
        </a:p>
      </dgm:t>
    </dgm:pt>
    <dgm:pt modelId="{98630319-0B95-48A4-8788-A75E49FE41CE}">
      <dgm:prSet/>
      <dgm:spPr/>
      <dgm:t>
        <a:bodyPr/>
        <a:lstStyle/>
        <a:p>
          <a:r>
            <a:rPr lang="en-US"/>
            <a:t>Manual</a:t>
          </a:r>
        </a:p>
      </dgm:t>
    </dgm:pt>
    <dgm:pt modelId="{225976FB-1A9E-417F-B928-714FEF188077}" type="parTrans" cxnId="{9F323927-1A3D-4E37-A439-B461A314A263}">
      <dgm:prSet/>
      <dgm:spPr/>
      <dgm:t>
        <a:bodyPr/>
        <a:lstStyle/>
        <a:p>
          <a:endParaRPr lang="en-US"/>
        </a:p>
      </dgm:t>
    </dgm:pt>
    <dgm:pt modelId="{1D55690F-BC34-40C2-9E4D-300367A945A4}" type="sibTrans" cxnId="{9F323927-1A3D-4E37-A439-B461A314A263}">
      <dgm:prSet/>
      <dgm:spPr/>
      <dgm:t>
        <a:bodyPr/>
        <a:lstStyle/>
        <a:p>
          <a:endParaRPr lang="en-US"/>
        </a:p>
      </dgm:t>
    </dgm:pt>
    <dgm:pt modelId="{A7F7CD93-2FFE-45C0-9EDA-95380CDF351E}">
      <dgm:prSet/>
      <dgm:spPr/>
      <dgm:t>
        <a:bodyPr/>
        <a:lstStyle/>
        <a:p>
          <a:r>
            <a:rPr lang="en-US"/>
            <a:t>Visual queues</a:t>
          </a:r>
        </a:p>
      </dgm:t>
    </dgm:pt>
    <dgm:pt modelId="{5E83AAA3-60E0-4E76-AF95-8BD29E7DCC79}" type="parTrans" cxnId="{D044D1D6-F606-4665-8580-5648B9B92EC1}">
      <dgm:prSet/>
      <dgm:spPr/>
      <dgm:t>
        <a:bodyPr/>
        <a:lstStyle/>
        <a:p>
          <a:endParaRPr lang="en-US"/>
        </a:p>
      </dgm:t>
    </dgm:pt>
    <dgm:pt modelId="{009BEAD6-20B9-4811-B59D-C1F459EF0770}" type="sibTrans" cxnId="{D044D1D6-F606-4665-8580-5648B9B92EC1}">
      <dgm:prSet/>
      <dgm:spPr/>
      <dgm:t>
        <a:bodyPr/>
        <a:lstStyle/>
        <a:p>
          <a:endParaRPr lang="en-US"/>
        </a:p>
      </dgm:t>
    </dgm:pt>
    <dgm:pt modelId="{F311E011-2AC4-4294-B72A-940916B5E88E}">
      <dgm:prSet/>
      <dgm:spPr/>
      <dgm:t>
        <a:bodyPr/>
        <a:lstStyle/>
        <a:p>
          <a:r>
            <a:rPr lang="en-US"/>
            <a:t>Integration</a:t>
          </a:r>
        </a:p>
      </dgm:t>
    </dgm:pt>
    <dgm:pt modelId="{057221D1-26B2-4F45-86B9-38B46DE2605F}" type="parTrans" cxnId="{A3772CAE-3A8A-4AA0-B283-766C533F5D97}">
      <dgm:prSet/>
      <dgm:spPr/>
      <dgm:t>
        <a:bodyPr/>
        <a:lstStyle/>
        <a:p>
          <a:endParaRPr lang="en-US"/>
        </a:p>
      </dgm:t>
    </dgm:pt>
    <dgm:pt modelId="{6604E575-AA08-4323-9D41-7026F1E0AE19}" type="sibTrans" cxnId="{A3772CAE-3A8A-4AA0-B283-766C533F5D97}">
      <dgm:prSet/>
      <dgm:spPr/>
      <dgm:t>
        <a:bodyPr/>
        <a:lstStyle/>
        <a:p>
          <a:endParaRPr lang="en-US"/>
        </a:p>
      </dgm:t>
    </dgm:pt>
    <dgm:pt modelId="{654BCA33-A654-4FDE-8649-69F4768DF414}">
      <dgm:prSet/>
      <dgm:spPr/>
      <dgm:t>
        <a:bodyPr/>
        <a:lstStyle/>
        <a:p>
          <a:r>
            <a:rPr lang="en-US" dirty="0"/>
            <a:t>Fetches correct data when going back to the API</a:t>
          </a:r>
        </a:p>
      </dgm:t>
    </dgm:pt>
    <dgm:pt modelId="{4911CC31-66B0-439B-B5FE-5D4B1D683D84}" type="parTrans" cxnId="{37D1B46B-07F4-44DC-8021-446C3D69DF60}">
      <dgm:prSet/>
      <dgm:spPr/>
      <dgm:t>
        <a:bodyPr/>
        <a:lstStyle/>
        <a:p>
          <a:endParaRPr lang="en-US"/>
        </a:p>
      </dgm:t>
    </dgm:pt>
    <dgm:pt modelId="{0B43270E-5536-4FF1-8CBF-4D15E131EC19}" type="sibTrans" cxnId="{37D1B46B-07F4-44DC-8021-446C3D69DF60}">
      <dgm:prSet/>
      <dgm:spPr/>
      <dgm:t>
        <a:bodyPr/>
        <a:lstStyle/>
        <a:p>
          <a:endParaRPr lang="en-US"/>
        </a:p>
      </dgm:t>
    </dgm:pt>
    <dgm:pt modelId="{FDF1FF99-C172-4720-8F24-0AAF19979243}" type="pres">
      <dgm:prSet presAssocID="{A3211862-0901-4F07-BC79-2A0CB6D57573}" presName="diagram" presStyleCnt="0">
        <dgm:presLayoutVars>
          <dgm:dir/>
          <dgm:resizeHandles val="exact"/>
        </dgm:presLayoutVars>
      </dgm:prSet>
      <dgm:spPr/>
    </dgm:pt>
    <dgm:pt modelId="{ADF6D312-0F22-4F1B-BED9-507D6547B481}" type="pres">
      <dgm:prSet presAssocID="{D2EE35DC-B5FE-4C4B-A550-822796903603}" presName="node" presStyleLbl="node1" presStyleIdx="0" presStyleCnt="2">
        <dgm:presLayoutVars>
          <dgm:bulletEnabled val="1"/>
        </dgm:presLayoutVars>
      </dgm:prSet>
      <dgm:spPr/>
    </dgm:pt>
    <dgm:pt modelId="{46F86BD9-10D6-41E0-8972-28A6649D2299}" type="pres">
      <dgm:prSet presAssocID="{99923C04-16E3-45A3-BACB-333DD8023DEA}" presName="sibTrans" presStyleCnt="0"/>
      <dgm:spPr/>
    </dgm:pt>
    <dgm:pt modelId="{1F121A57-06AF-4844-9A40-225C1F29B086}" type="pres">
      <dgm:prSet presAssocID="{2DBEB22A-0A95-4041-8FB1-964013F3ED3C}" presName="node" presStyleLbl="node1" presStyleIdx="1" presStyleCnt="2">
        <dgm:presLayoutVars>
          <dgm:bulletEnabled val="1"/>
        </dgm:presLayoutVars>
      </dgm:prSet>
      <dgm:spPr/>
    </dgm:pt>
  </dgm:ptLst>
  <dgm:cxnLst>
    <dgm:cxn modelId="{1936F503-234B-4B43-8691-0574433C52B6}" type="presOf" srcId="{98630319-0B95-48A4-8788-A75E49FE41CE}" destId="{1F121A57-06AF-4844-9A40-225C1F29B086}" srcOrd="0" destOrd="1" presId="urn:microsoft.com/office/officeart/2005/8/layout/default"/>
    <dgm:cxn modelId="{DCDB1706-3182-474A-A939-5D5203FFE9EA}" type="presOf" srcId="{D2EE35DC-B5FE-4C4B-A550-822796903603}" destId="{ADF6D312-0F22-4F1B-BED9-507D6547B481}" srcOrd="0" destOrd="0" presId="urn:microsoft.com/office/officeart/2005/8/layout/default"/>
    <dgm:cxn modelId="{9F323927-1A3D-4E37-A439-B461A314A263}" srcId="{2DBEB22A-0A95-4041-8FB1-964013F3ED3C}" destId="{98630319-0B95-48A4-8788-A75E49FE41CE}" srcOrd="0" destOrd="0" parTransId="{225976FB-1A9E-417F-B928-714FEF188077}" sibTransId="{1D55690F-BC34-40C2-9E4D-300367A945A4}"/>
    <dgm:cxn modelId="{1B3EF72D-5B84-4423-94D6-4197FCFC310C}" type="presOf" srcId="{654BCA33-A654-4FDE-8649-69F4768DF414}" destId="{1F121A57-06AF-4844-9A40-225C1F29B086}" srcOrd="0" destOrd="4" presId="urn:microsoft.com/office/officeart/2005/8/layout/default"/>
    <dgm:cxn modelId="{05A8592F-4EBC-4B06-9426-D67E2ECFBB2F}" type="presOf" srcId="{A3211862-0901-4F07-BC79-2A0CB6D57573}" destId="{FDF1FF99-C172-4720-8F24-0AAF19979243}" srcOrd="0" destOrd="0" presId="urn:microsoft.com/office/officeart/2005/8/layout/default"/>
    <dgm:cxn modelId="{B9359E2F-5AA2-4199-9BD8-ADBCEEE2E8CA}" type="presOf" srcId="{2DBEB22A-0A95-4041-8FB1-964013F3ED3C}" destId="{1F121A57-06AF-4844-9A40-225C1F29B086}" srcOrd="0" destOrd="0" presId="urn:microsoft.com/office/officeart/2005/8/layout/default"/>
    <dgm:cxn modelId="{DF7B5B39-99A7-4CD9-8906-153B4549412B}" type="presOf" srcId="{35FB1041-0EE8-4E8A-86BE-CF6BFB7641E8}" destId="{ADF6D312-0F22-4F1B-BED9-507D6547B481}" srcOrd="0" destOrd="4" presId="urn:microsoft.com/office/officeart/2005/8/layout/default"/>
    <dgm:cxn modelId="{4C93B63B-99C3-4217-A371-FD72CD4D5D6D}" srcId="{D2EE35DC-B5FE-4C4B-A550-822796903603}" destId="{141A7749-352D-4442-997A-938C84C7761A}" srcOrd="1" destOrd="0" parTransId="{7D113416-D153-48DF-8B7B-434BF7D48F76}" sibTransId="{278D981A-A407-4CBD-A9C0-B2106FBD1A7A}"/>
    <dgm:cxn modelId="{E8F43F61-A708-4931-A4A5-7637C80A2705}" type="presOf" srcId="{A7F7CD93-2FFE-45C0-9EDA-95380CDF351E}" destId="{1F121A57-06AF-4844-9A40-225C1F29B086}" srcOrd="0" destOrd="2" presId="urn:microsoft.com/office/officeart/2005/8/layout/default"/>
    <dgm:cxn modelId="{37D1B46B-07F4-44DC-8021-446C3D69DF60}" srcId="{F311E011-2AC4-4294-B72A-940916B5E88E}" destId="{654BCA33-A654-4FDE-8649-69F4768DF414}" srcOrd="0" destOrd="0" parTransId="{4911CC31-66B0-439B-B5FE-5D4B1D683D84}" sibTransId="{0B43270E-5536-4FF1-8CBF-4D15E131EC19}"/>
    <dgm:cxn modelId="{36E9456E-A119-4D67-A1EC-FE888822A648}" type="presOf" srcId="{F311E011-2AC4-4294-B72A-940916B5E88E}" destId="{1F121A57-06AF-4844-9A40-225C1F29B086}" srcOrd="0" destOrd="3" presId="urn:microsoft.com/office/officeart/2005/8/layout/default"/>
    <dgm:cxn modelId="{2DBDE372-AF4A-4612-8379-A7B9F1A6093C}" srcId="{D2EE35DC-B5FE-4C4B-A550-822796903603}" destId="{3152ED26-1348-4CF9-9935-733E8363913D}" srcOrd="0" destOrd="0" parTransId="{95DA2E47-3EA3-49C5-9ADD-48734B45F57B}" sibTransId="{2E5220E9-F026-432C-BA7E-B8E491D665B4}"/>
    <dgm:cxn modelId="{C614E553-AFDF-4BCC-A321-B8A4BA87E7C6}" type="presOf" srcId="{9267798E-5CDF-483E-BA2D-E4F1A4A366A5}" destId="{ADF6D312-0F22-4F1B-BED9-507D6547B481}" srcOrd="0" destOrd="5" presId="urn:microsoft.com/office/officeart/2005/8/layout/default"/>
    <dgm:cxn modelId="{4152C39B-D0D5-47CC-9900-BBDEDA6D5914}" srcId="{A3211862-0901-4F07-BC79-2A0CB6D57573}" destId="{2DBEB22A-0A95-4041-8FB1-964013F3ED3C}" srcOrd="1" destOrd="0" parTransId="{E8FF42AD-B523-4D47-90F9-6D96D92A61E7}" sibTransId="{FE515B37-1DAD-4DCD-B1A3-8FD7FBA6D02A}"/>
    <dgm:cxn modelId="{6282E9A2-B3EC-43BE-9BFE-4506AC9C8C57}" srcId="{A3211862-0901-4F07-BC79-2A0CB6D57573}" destId="{D2EE35DC-B5FE-4C4B-A550-822796903603}" srcOrd="0" destOrd="0" parTransId="{EF21CA62-BC93-4BFF-93AC-EB31F9842E9B}" sibTransId="{99923C04-16E3-45A3-BACB-333DD8023DEA}"/>
    <dgm:cxn modelId="{132497AC-64AE-4662-8248-3DCEAC14717B}" type="presOf" srcId="{27C6A26C-2C3B-44DD-9E8B-409BF4054E41}" destId="{ADF6D312-0F22-4F1B-BED9-507D6547B481}" srcOrd="0" destOrd="2" presId="urn:microsoft.com/office/officeart/2005/8/layout/default"/>
    <dgm:cxn modelId="{3D7BFBAD-21B6-4401-AB29-489C03426986}" srcId="{141A7749-352D-4442-997A-938C84C7761A}" destId="{9267798E-5CDF-483E-BA2D-E4F1A4A366A5}" srcOrd="1" destOrd="0" parTransId="{91F9D86A-A4FF-4D5C-B768-4B4C03D4CAEA}" sibTransId="{EC75C386-CE48-4033-AF0D-439AAA6F0A6F}"/>
    <dgm:cxn modelId="{A3772CAE-3A8A-4AA0-B283-766C533F5D97}" srcId="{2DBEB22A-0A95-4041-8FB1-964013F3ED3C}" destId="{F311E011-2AC4-4294-B72A-940916B5E88E}" srcOrd="1" destOrd="0" parTransId="{057221D1-26B2-4F45-86B9-38B46DE2605F}" sibTransId="{6604E575-AA08-4323-9D41-7026F1E0AE19}"/>
    <dgm:cxn modelId="{6F95D2B7-CAB3-4540-8B18-C83D53FCFB9B}" type="presOf" srcId="{3152ED26-1348-4CF9-9935-733E8363913D}" destId="{ADF6D312-0F22-4F1B-BED9-507D6547B481}" srcOrd="0" destOrd="1" presId="urn:microsoft.com/office/officeart/2005/8/layout/default"/>
    <dgm:cxn modelId="{8DC2C1CB-950F-445E-8A65-ECBBD63CC30F}" type="presOf" srcId="{141A7749-352D-4442-997A-938C84C7761A}" destId="{ADF6D312-0F22-4F1B-BED9-507D6547B481}" srcOrd="0" destOrd="3" presId="urn:microsoft.com/office/officeart/2005/8/layout/default"/>
    <dgm:cxn modelId="{D044D1D6-F606-4665-8580-5648B9B92EC1}" srcId="{98630319-0B95-48A4-8788-A75E49FE41CE}" destId="{A7F7CD93-2FFE-45C0-9EDA-95380CDF351E}" srcOrd="0" destOrd="0" parTransId="{5E83AAA3-60E0-4E76-AF95-8BD29E7DCC79}" sibTransId="{009BEAD6-20B9-4811-B59D-C1F459EF0770}"/>
    <dgm:cxn modelId="{3AC1B8DC-33C4-4D52-AEA6-EAA73400F54D}" srcId="{141A7749-352D-4442-997A-938C84C7761A}" destId="{35FB1041-0EE8-4E8A-86BE-CF6BFB7641E8}" srcOrd="0" destOrd="0" parTransId="{4370E0FA-40A8-43AC-8995-26E472CADC9B}" sibTransId="{B59C8CD3-0951-4F0A-9EF0-16388B6C17E9}"/>
    <dgm:cxn modelId="{9C50DBF1-26E0-469E-884B-1E5AC2DB6A45}" srcId="{3152ED26-1348-4CF9-9935-733E8363913D}" destId="{27C6A26C-2C3B-44DD-9E8B-409BF4054E41}" srcOrd="0" destOrd="0" parTransId="{E95120FF-1DED-49F9-93E9-5835D01C1C2B}" sibTransId="{F8968621-8F44-4A1E-A143-8162581520E1}"/>
    <dgm:cxn modelId="{104EABE7-0016-4C8F-AF19-116A107CAD52}" type="presParOf" srcId="{FDF1FF99-C172-4720-8F24-0AAF19979243}" destId="{ADF6D312-0F22-4F1B-BED9-507D6547B481}" srcOrd="0" destOrd="0" presId="urn:microsoft.com/office/officeart/2005/8/layout/default"/>
    <dgm:cxn modelId="{63D98AEC-3469-480E-95C5-E7791121FD22}" type="presParOf" srcId="{FDF1FF99-C172-4720-8F24-0AAF19979243}" destId="{46F86BD9-10D6-41E0-8972-28A6649D2299}" srcOrd="1" destOrd="0" presId="urn:microsoft.com/office/officeart/2005/8/layout/default"/>
    <dgm:cxn modelId="{8B7CF753-7071-44CC-AEE3-BD23D8158C95}" type="presParOf" srcId="{FDF1FF99-C172-4720-8F24-0AAF19979243}" destId="{1F121A57-06AF-4844-9A40-225C1F29B08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0D07EED-2F64-4233-B99E-AE9A0D50594E}" type="doc">
      <dgm:prSet loTypeId="urn:microsoft.com/office/officeart/2005/8/layout/list1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794ECA4-4AEC-49E4-9293-91CFFFC06F87}">
      <dgm:prSet/>
      <dgm:spPr/>
      <dgm:t>
        <a:bodyPr/>
        <a:lstStyle/>
        <a:p>
          <a:r>
            <a:rPr lang="en-US"/>
            <a:t>Completed</a:t>
          </a:r>
          <a:endParaRPr lang="en-US" dirty="0"/>
        </a:p>
      </dgm:t>
    </dgm:pt>
    <dgm:pt modelId="{117BED51-BEDC-4AA1-B02E-13600E020C8C}" type="parTrans" cxnId="{FEA617F6-987C-4539-864F-091C9CC2C873}">
      <dgm:prSet/>
      <dgm:spPr/>
      <dgm:t>
        <a:bodyPr/>
        <a:lstStyle/>
        <a:p>
          <a:endParaRPr lang="en-US"/>
        </a:p>
      </dgm:t>
    </dgm:pt>
    <dgm:pt modelId="{EDB9CF9C-81F0-4A17-9AF4-45000D98187A}" type="sibTrans" cxnId="{FEA617F6-987C-4539-864F-091C9CC2C873}">
      <dgm:prSet/>
      <dgm:spPr/>
      <dgm:t>
        <a:bodyPr/>
        <a:lstStyle/>
        <a:p>
          <a:endParaRPr lang="en-US"/>
        </a:p>
      </dgm:t>
    </dgm:pt>
    <dgm:pt modelId="{17AA2118-2489-45E9-9651-3727E64738E5}">
      <dgm:prSet/>
      <dgm:spPr/>
      <dgm:t>
        <a:bodyPr/>
        <a:lstStyle/>
        <a:p>
          <a:r>
            <a:rPr lang="en-US"/>
            <a:t>Still To Complete</a:t>
          </a:r>
          <a:endParaRPr lang="en-US" dirty="0"/>
        </a:p>
      </dgm:t>
    </dgm:pt>
    <dgm:pt modelId="{90B24AB1-DDD5-486A-B625-3C70A551F8D6}" type="parTrans" cxnId="{5DACC43F-323E-4F76-8634-22222CC00A01}">
      <dgm:prSet/>
      <dgm:spPr/>
      <dgm:t>
        <a:bodyPr/>
        <a:lstStyle/>
        <a:p>
          <a:endParaRPr lang="en-US"/>
        </a:p>
      </dgm:t>
    </dgm:pt>
    <dgm:pt modelId="{EFD7DE3B-DA77-4D5E-B95B-EC52191A8D8B}" type="sibTrans" cxnId="{5DACC43F-323E-4F76-8634-22222CC00A01}">
      <dgm:prSet/>
      <dgm:spPr/>
      <dgm:t>
        <a:bodyPr/>
        <a:lstStyle/>
        <a:p>
          <a:endParaRPr lang="en-US"/>
        </a:p>
      </dgm:t>
    </dgm:pt>
    <dgm:pt modelId="{2D8654EE-B25E-4FD3-A894-E77E9818DE25}">
      <dgm:prSet/>
      <dgm:spPr/>
      <dgm:t>
        <a:bodyPr/>
        <a:lstStyle/>
        <a:p>
          <a:r>
            <a:rPr lang="en-US"/>
            <a:t>Finish </a:t>
          </a:r>
          <a:r>
            <a:rPr lang="en-US" dirty="0"/>
            <a:t>1.0 features</a:t>
          </a:r>
        </a:p>
      </dgm:t>
    </dgm:pt>
    <dgm:pt modelId="{D04EDCEA-FAF5-4AA2-BB52-F5845A830A09}" type="parTrans" cxnId="{7AF3E40A-603E-43CA-AC94-53886088CE9E}">
      <dgm:prSet/>
      <dgm:spPr/>
      <dgm:t>
        <a:bodyPr/>
        <a:lstStyle/>
        <a:p>
          <a:endParaRPr lang="en-US"/>
        </a:p>
      </dgm:t>
    </dgm:pt>
    <dgm:pt modelId="{97E3E1E1-D82E-4235-90BC-37627CE095B1}" type="sibTrans" cxnId="{7AF3E40A-603E-43CA-AC94-53886088CE9E}">
      <dgm:prSet/>
      <dgm:spPr/>
      <dgm:t>
        <a:bodyPr/>
        <a:lstStyle/>
        <a:p>
          <a:endParaRPr lang="en-US"/>
        </a:p>
      </dgm:t>
    </dgm:pt>
    <dgm:pt modelId="{9E60AD2A-1068-4596-B128-BF216D8B57F0}">
      <dgm:prSet/>
      <dgm:spPr/>
      <dgm:t>
        <a:bodyPr/>
        <a:lstStyle/>
        <a:p>
          <a:r>
            <a:rPr lang="en-US" dirty="0"/>
            <a:t>Clean up frontend</a:t>
          </a:r>
        </a:p>
      </dgm:t>
    </dgm:pt>
    <dgm:pt modelId="{D81846EC-E7CE-478D-B091-5CAD7F7DE3E3}" type="parTrans" cxnId="{535A42AD-7B0B-4DC4-A82E-0549895CAD17}">
      <dgm:prSet/>
      <dgm:spPr/>
      <dgm:t>
        <a:bodyPr/>
        <a:lstStyle/>
        <a:p>
          <a:endParaRPr lang="en-US"/>
        </a:p>
      </dgm:t>
    </dgm:pt>
    <dgm:pt modelId="{5A822B14-7D54-4308-914C-BC5E6B5C028B}" type="sibTrans" cxnId="{535A42AD-7B0B-4DC4-A82E-0549895CAD17}">
      <dgm:prSet/>
      <dgm:spPr/>
      <dgm:t>
        <a:bodyPr/>
        <a:lstStyle/>
        <a:p>
          <a:endParaRPr lang="en-US"/>
        </a:p>
      </dgm:t>
    </dgm:pt>
    <dgm:pt modelId="{5BDCAF2E-B52E-4D73-A9AF-9D7646A24A6B}">
      <dgm:prSet/>
      <dgm:spPr/>
      <dgm:t>
        <a:bodyPr/>
        <a:lstStyle/>
        <a:p>
          <a:r>
            <a:rPr lang="en-US" dirty="0"/>
            <a:t>MVP </a:t>
          </a:r>
        </a:p>
      </dgm:t>
    </dgm:pt>
    <dgm:pt modelId="{60D31AE8-762D-4448-BD5B-F7C04718B3FB}" type="parTrans" cxnId="{3FCF6F0A-7027-4B2D-A960-40DF30F75DFD}">
      <dgm:prSet/>
      <dgm:spPr/>
      <dgm:t>
        <a:bodyPr/>
        <a:lstStyle/>
        <a:p>
          <a:endParaRPr lang="en-US"/>
        </a:p>
      </dgm:t>
    </dgm:pt>
    <dgm:pt modelId="{7BAE906A-A586-4741-8778-108346EDE911}" type="sibTrans" cxnId="{3FCF6F0A-7027-4B2D-A960-40DF30F75DFD}">
      <dgm:prSet/>
      <dgm:spPr/>
      <dgm:t>
        <a:bodyPr/>
        <a:lstStyle/>
        <a:p>
          <a:endParaRPr lang="en-US"/>
        </a:p>
      </dgm:t>
    </dgm:pt>
    <dgm:pt modelId="{876BFD46-4368-4E20-B712-3B90B7D8D056}">
      <dgm:prSet/>
      <dgm:spPr/>
      <dgm:t>
        <a:bodyPr/>
        <a:lstStyle/>
        <a:p>
          <a:r>
            <a:rPr lang="en-US" dirty="0"/>
            <a:t>Data Inserted in database</a:t>
          </a:r>
        </a:p>
      </dgm:t>
    </dgm:pt>
    <dgm:pt modelId="{18991472-BAD8-4B17-A5F5-6114261D3836}" type="parTrans" cxnId="{F3801038-86CC-46EB-BEB6-0EAD0F525F47}">
      <dgm:prSet/>
      <dgm:spPr/>
      <dgm:t>
        <a:bodyPr/>
        <a:lstStyle/>
        <a:p>
          <a:endParaRPr lang="en-US"/>
        </a:p>
      </dgm:t>
    </dgm:pt>
    <dgm:pt modelId="{2AD73E22-AB1F-4809-A995-8FD610EE7603}" type="sibTrans" cxnId="{F3801038-86CC-46EB-BEB6-0EAD0F525F47}">
      <dgm:prSet/>
      <dgm:spPr/>
      <dgm:t>
        <a:bodyPr/>
        <a:lstStyle/>
        <a:p>
          <a:endParaRPr lang="en-US"/>
        </a:p>
      </dgm:t>
    </dgm:pt>
    <dgm:pt modelId="{2D99A065-B7CF-4D0E-8F8F-4FA4ACA21273}">
      <dgm:prSet/>
      <dgm:spPr/>
      <dgm:t>
        <a:bodyPr/>
        <a:lstStyle/>
        <a:p>
          <a:r>
            <a:rPr lang="en-US"/>
            <a:t>Testing</a:t>
          </a:r>
          <a:endParaRPr lang="en-US" dirty="0"/>
        </a:p>
      </dgm:t>
    </dgm:pt>
    <dgm:pt modelId="{9DB0E490-CE81-4653-AC47-206E913D0E8F}" type="parTrans" cxnId="{15E34E9C-7E6C-46AE-9E07-3407FE2AA41C}">
      <dgm:prSet/>
      <dgm:spPr/>
      <dgm:t>
        <a:bodyPr/>
        <a:lstStyle/>
        <a:p>
          <a:endParaRPr lang="en-US"/>
        </a:p>
      </dgm:t>
    </dgm:pt>
    <dgm:pt modelId="{F3A614D4-82FE-42E2-B2C4-8D82EB1C5F39}" type="sibTrans" cxnId="{15E34E9C-7E6C-46AE-9E07-3407FE2AA41C}">
      <dgm:prSet/>
      <dgm:spPr/>
      <dgm:t>
        <a:bodyPr/>
        <a:lstStyle/>
        <a:p>
          <a:endParaRPr lang="en-US"/>
        </a:p>
      </dgm:t>
    </dgm:pt>
    <dgm:pt modelId="{B4AC65EC-596F-4460-911A-C752D6630372}">
      <dgm:prSet/>
      <dgm:spPr/>
      <dgm:t>
        <a:bodyPr/>
        <a:lstStyle/>
        <a:p>
          <a:r>
            <a:rPr lang="en-US"/>
            <a:t>A few 1.0 features</a:t>
          </a:r>
          <a:endParaRPr lang="en-US" dirty="0"/>
        </a:p>
      </dgm:t>
    </dgm:pt>
    <dgm:pt modelId="{11432974-9FBE-4D8D-832F-CF7C8925721E}" type="parTrans" cxnId="{3CC0775E-9622-4E0A-BC3B-3962E3C6021E}">
      <dgm:prSet/>
      <dgm:spPr/>
      <dgm:t>
        <a:bodyPr/>
        <a:lstStyle/>
        <a:p>
          <a:endParaRPr lang="en-US"/>
        </a:p>
      </dgm:t>
    </dgm:pt>
    <dgm:pt modelId="{FDDD9D83-3539-48FB-8689-B489FC83D60B}" type="sibTrans" cxnId="{3CC0775E-9622-4E0A-BC3B-3962E3C6021E}">
      <dgm:prSet/>
      <dgm:spPr/>
      <dgm:t>
        <a:bodyPr/>
        <a:lstStyle/>
        <a:p>
          <a:endParaRPr lang="en-US"/>
        </a:p>
      </dgm:t>
    </dgm:pt>
    <dgm:pt modelId="{361AFCCE-CF22-4DF1-AC6F-0214BC11426D}" type="pres">
      <dgm:prSet presAssocID="{60D07EED-2F64-4233-B99E-AE9A0D50594E}" presName="linear" presStyleCnt="0">
        <dgm:presLayoutVars>
          <dgm:dir/>
          <dgm:animLvl val="lvl"/>
          <dgm:resizeHandles val="exact"/>
        </dgm:presLayoutVars>
      </dgm:prSet>
      <dgm:spPr/>
    </dgm:pt>
    <dgm:pt modelId="{D4073F94-A617-4F41-B514-77870933619D}" type="pres">
      <dgm:prSet presAssocID="{7794ECA4-4AEC-49E4-9293-91CFFFC06F87}" presName="parentLin" presStyleCnt="0"/>
      <dgm:spPr/>
    </dgm:pt>
    <dgm:pt modelId="{2E1671E1-1186-402C-9938-F4334E925CAE}" type="pres">
      <dgm:prSet presAssocID="{7794ECA4-4AEC-49E4-9293-91CFFFC06F87}" presName="parentLeftMargin" presStyleLbl="node1" presStyleIdx="0" presStyleCnt="2"/>
      <dgm:spPr/>
    </dgm:pt>
    <dgm:pt modelId="{F51525CC-CA8B-4D06-97DC-1FAC58261867}" type="pres">
      <dgm:prSet presAssocID="{7794ECA4-4AEC-49E4-9293-91CFFFC06F8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9BA31C-046F-4325-99D2-F6B4657C9765}" type="pres">
      <dgm:prSet presAssocID="{7794ECA4-4AEC-49E4-9293-91CFFFC06F87}" presName="negativeSpace" presStyleCnt="0"/>
      <dgm:spPr/>
    </dgm:pt>
    <dgm:pt modelId="{FC551C2F-4259-429B-A6FD-77144435C36C}" type="pres">
      <dgm:prSet presAssocID="{7794ECA4-4AEC-49E4-9293-91CFFFC06F87}" presName="childText" presStyleLbl="conFgAcc1" presStyleIdx="0" presStyleCnt="2" custLinFactNeighborX="46" custLinFactNeighborY="48810">
        <dgm:presLayoutVars>
          <dgm:bulletEnabled val="1"/>
        </dgm:presLayoutVars>
      </dgm:prSet>
      <dgm:spPr/>
    </dgm:pt>
    <dgm:pt modelId="{C1CF0EFC-1450-490D-8507-617B66E78929}" type="pres">
      <dgm:prSet presAssocID="{EDB9CF9C-81F0-4A17-9AF4-45000D98187A}" presName="spaceBetweenRectangles" presStyleCnt="0"/>
      <dgm:spPr/>
    </dgm:pt>
    <dgm:pt modelId="{F18E9B8F-65B3-4557-8AA1-6D78F2E4E4AA}" type="pres">
      <dgm:prSet presAssocID="{17AA2118-2489-45E9-9651-3727E64738E5}" presName="parentLin" presStyleCnt="0"/>
      <dgm:spPr/>
    </dgm:pt>
    <dgm:pt modelId="{5142EF91-ADD1-4E84-9F24-A0FFEE30B37A}" type="pres">
      <dgm:prSet presAssocID="{17AA2118-2489-45E9-9651-3727E64738E5}" presName="parentLeftMargin" presStyleLbl="node1" presStyleIdx="0" presStyleCnt="2"/>
      <dgm:spPr/>
    </dgm:pt>
    <dgm:pt modelId="{0B35C78A-7054-483F-9E53-CA7FD69E1CE3}" type="pres">
      <dgm:prSet presAssocID="{17AA2118-2489-45E9-9651-3727E64738E5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52CFF65-F74B-4C68-9662-16A73853FA47}" type="pres">
      <dgm:prSet presAssocID="{17AA2118-2489-45E9-9651-3727E64738E5}" presName="negativeSpace" presStyleCnt="0"/>
      <dgm:spPr/>
    </dgm:pt>
    <dgm:pt modelId="{6C27CB71-7312-4EF5-988B-45C0C5436F52}" type="pres">
      <dgm:prSet presAssocID="{17AA2118-2489-45E9-9651-3727E64738E5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8095102-B45D-4ED6-9319-163306FCE9F4}" type="presOf" srcId="{17AA2118-2489-45E9-9651-3727E64738E5}" destId="{5142EF91-ADD1-4E84-9F24-A0FFEE30B37A}" srcOrd="0" destOrd="0" presId="urn:microsoft.com/office/officeart/2005/8/layout/list1"/>
    <dgm:cxn modelId="{992DFB04-1E10-4DD5-84FC-2B45F67F424B}" type="presOf" srcId="{2D99A065-B7CF-4D0E-8F8F-4FA4ACA21273}" destId="{6C27CB71-7312-4EF5-988B-45C0C5436F52}" srcOrd="0" destOrd="2" presId="urn:microsoft.com/office/officeart/2005/8/layout/list1"/>
    <dgm:cxn modelId="{3FCF6F0A-7027-4B2D-A960-40DF30F75DFD}" srcId="{7794ECA4-4AEC-49E4-9293-91CFFFC06F87}" destId="{5BDCAF2E-B52E-4D73-A9AF-9D7646A24A6B}" srcOrd="0" destOrd="0" parTransId="{60D31AE8-762D-4448-BD5B-F7C04718B3FB}" sibTransId="{7BAE906A-A586-4741-8778-108346EDE911}"/>
    <dgm:cxn modelId="{7AF3E40A-603E-43CA-AC94-53886088CE9E}" srcId="{17AA2118-2489-45E9-9651-3727E64738E5}" destId="{2D8654EE-B25E-4FD3-A894-E77E9818DE25}" srcOrd="0" destOrd="0" parTransId="{D04EDCEA-FAF5-4AA2-BB52-F5845A830A09}" sibTransId="{97E3E1E1-D82E-4235-90BC-37627CE095B1}"/>
    <dgm:cxn modelId="{099AE70D-7C84-4055-B6DD-F0434A594F25}" type="presOf" srcId="{60D07EED-2F64-4233-B99E-AE9A0D50594E}" destId="{361AFCCE-CF22-4DF1-AC6F-0214BC11426D}" srcOrd="0" destOrd="0" presId="urn:microsoft.com/office/officeart/2005/8/layout/list1"/>
    <dgm:cxn modelId="{FEDC761F-DE06-413D-9645-236666DF53E0}" type="presOf" srcId="{2D8654EE-B25E-4FD3-A894-E77E9818DE25}" destId="{6C27CB71-7312-4EF5-988B-45C0C5436F52}" srcOrd="0" destOrd="0" presId="urn:microsoft.com/office/officeart/2005/8/layout/list1"/>
    <dgm:cxn modelId="{3DB26928-40CB-45BF-AEDC-3DA86ABB6C94}" type="presOf" srcId="{876BFD46-4368-4E20-B712-3B90B7D8D056}" destId="{FC551C2F-4259-429B-A6FD-77144435C36C}" srcOrd="0" destOrd="1" presId="urn:microsoft.com/office/officeart/2005/8/layout/list1"/>
    <dgm:cxn modelId="{FA77322F-811C-4965-940B-C1A55D51EA34}" type="presOf" srcId="{B4AC65EC-596F-4460-911A-C752D6630372}" destId="{FC551C2F-4259-429B-A6FD-77144435C36C}" srcOrd="0" destOrd="2" presId="urn:microsoft.com/office/officeart/2005/8/layout/list1"/>
    <dgm:cxn modelId="{0D06BD30-4027-49D1-A0AF-572DDFC224DE}" type="presOf" srcId="{17AA2118-2489-45E9-9651-3727E64738E5}" destId="{0B35C78A-7054-483F-9E53-CA7FD69E1CE3}" srcOrd="1" destOrd="0" presId="urn:microsoft.com/office/officeart/2005/8/layout/list1"/>
    <dgm:cxn modelId="{F3801038-86CC-46EB-BEB6-0EAD0F525F47}" srcId="{7794ECA4-4AEC-49E4-9293-91CFFFC06F87}" destId="{876BFD46-4368-4E20-B712-3B90B7D8D056}" srcOrd="1" destOrd="0" parTransId="{18991472-BAD8-4B17-A5F5-6114261D3836}" sibTransId="{2AD73E22-AB1F-4809-A995-8FD610EE7603}"/>
    <dgm:cxn modelId="{5DACC43F-323E-4F76-8634-22222CC00A01}" srcId="{60D07EED-2F64-4233-B99E-AE9A0D50594E}" destId="{17AA2118-2489-45E9-9651-3727E64738E5}" srcOrd="1" destOrd="0" parTransId="{90B24AB1-DDD5-486A-B625-3C70A551F8D6}" sibTransId="{EFD7DE3B-DA77-4D5E-B95B-EC52191A8D8B}"/>
    <dgm:cxn modelId="{3CC0775E-9622-4E0A-BC3B-3962E3C6021E}" srcId="{7794ECA4-4AEC-49E4-9293-91CFFFC06F87}" destId="{B4AC65EC-596F-4460-911A-C752D6630372}" srcOrd="2" destOrd="0" parTransId="{11432974-9FBE-4D8D-832F-CF7C8925721E}" sibTransId="{FDDD9D83-3539-48FB-8689-B489FC83D60B}"/>
    <dgm:cxn modelId="{8B2FE761-21DF-4DB1-B3FC-EA2F049FC5A5}" type="presOf" srcId="{7794ECA4-4AEC-49E4-9293-91CFFFC06F87}" destId="{F51525CC-CA8B-4D06-97DC-1FAC58261867}" srcOrd="1" destOrd="0" presId="urn:microsoft.com/office/officeart/2005/8/layout/list1"/>
    <dgm:cxn modelId="{7B2B5F68-A27F-49BB-A18D-9C37A9B2E1BC}" type="presOf" srcId="{7794ECA4-4AEC-49E4-9293-91CFFFC06F87}" destId="{2E1671E1-1186-402C-9938-F4334E925CAE}" srcOrd="0" destOrd="0" presId="urn:microsoft.com/office/officeart/2005/8/layout/list1"/>
    <dgm:cxn modelId="{15E34E9C-7E6C-46AE-9E07-3407FE2AA41C}" srcId="{17AA2118-2489-45E9-9651-3727E64738E5}" destId="{2D99A065-B7CF-4D0E-8F8F-4FA4ACA21273}" srcOrd="2" destOrd="0" parTransId="{9DB0E490-CE81-4653-AC47-206E913D0E8F}" sibTransId="{F3A614D4-82FE-42E2-B2C4-8D82EB1C5F39}"/>
    <dgm:cxn modelId="{535A42AD-7B0B-4DC4-A82E-0549895CAD17}" srcId="{17AA2118-2489-45E9-9651-3727E64738E5}" destId="{9E60AD2A-1068-4596-B128-BF216D8B57F0}" srcOrd="1" destOrd="0" parTransId="{D81846EC-E7CE-478D-B091-5CAD7F7DE3E3}" sibTransId="{5A822B14-7D54-4308-914C-BC5E6B5C028B}"/>
    <dgm:cxn modelId="{8E7859D0-0436-4AB1-BBAE-C83576B0714F}" type="presOf" srcId="{5BDCAF2E-B52E-4D73-A9AF-9D7646A24A6B}" destId="{FC551C2F-4259-429B-A6FD-77144435C36C}" srcOrd="0" destOrd="0" presId="urn:microsoft.com/office/officeart/2005/8/layout/list1"/>
    <dgm:cxn modelId="{C2590AF0-799F-4C38-BFE5-EEB35299AC1A}" type="presOf" srcId="{9E60AD2A-1068-4596-B128-BF216D8B57F0}" destId="{6C27CB71-7312-4EF5-988B-45C0C5436F52}" srcOrd="0" destOrd="1" presId="urn:microsoft.com/office/officeart/2005/8/layout/list1"/>
    <dgm:cxn modelId="{FEA617F6-987C-4539-864F-091C9CC2C873}" srcId="{60D07EED-2F64-4233-B99E-AE9A0D50594E}" destId="{7794ECA4-4AEC-49E4-9293-91CFFFC06F87}" srcOrd="0" destOrd="0" parTransId="{117BED51-BEDC-4AA1-B02E-13600E020C8C}" sibTransId="{EDB9CF9C-81F0-4A17-9AF4-45000D98187A}"/>
    <dgm:cxn modelId="{07D5BB0A-D833-456E-8C68-6B6534AFE882}" type="presParOf" srcId="{361AFCCE-CF22-4DF1-AC6F-0214BC11426D}" destId="{D4073F94-A617-4F41-B514-77870933619D}" srcOrd="0" destOrd="0" presId="urn:microsoft.com/office/officeart/2005/8/layout/list1"/>
    <dgm:cxn modelId="{20F64177-AA38-4C75-9F8D-A414435FD441}" type="presParOf" srcId="{D4073F94-A617-4F41-B514-77870933619D}" destId="{2E1671E1-1186-402C-9938-F4334E925CAE}" srcOrd="0" destOrd="0" presId="urn:microsoft.com/office/officeart/2005/8/layout/list1"/>
    <dgm:cxn modelId="{67CB2204-282C-4589-A08B-3F70E1E3C2E8}" type="presParOf" srcId="{D4073F94-A617-4F41-B514-77870933619D}" destId="{F51525CC-CA8B-4D06-97DC-1FAC58261867}" srcOrd="1" destOrd="0" presId="urn:microsoft.com/office/officeart/2005/8/layout/list1"/>
    <dgm:cxn modelId="{57F24D1C-7393-4141-9340-7D4B5D1F09DC}" type="presParOf" srcId="{361AFCCE-CF22-4DF1-AC6F-0214BC11426D}" destId="{EF9BA31C-046F-4325-99D2-F6B4657C9765}" srcOrd="1" destOrd="0" presId="urn:microsoft.com/office/officeart/2005/8/layout/list1"/>
    <dgm:cxn modelId="{23007D0B-5FCB-4158-95F8-B1600F7AD07E}" type="presParOf" srcId="{361AFCCE-CF22-4DF1-AC6F-0214BC11426D}" destId="{FC551C2F-4259-429B-A6FD-77144435C36C}" srcOrd="2" destOrd="0" presId="urn:microsoft.com/office/officeart/2005/8/layout/list1"/>
    <dgm:cxn modelId="{2ED1C94F-9301-4393-9BF2-A91EE030BDF9}" type="presParOf" srcId="{361AFCCE-CF22-4DF1-AC6F-0214BC11426D}" destId="{C1CF0EFC-1450-490D-8507-617B66E78929}" srcOrd="3" destOrd="0" presId="urn:microsoft.com/office/officeart/2005/8/layout/list1"/>
    <dgm:cxn modelId="{D0150248-B30E-4008-8E5C-57BB46CFC9BE}" type="presParOf" srcId="{361AFCCE-CF22-4DF1-AC6F-0214BC11426D}" destId="{F18E9B8F-65B3-4557-8AA1-6D78F2E4E4AA}" srcOrd="4" destOrd="0" presId="urn:microsoft.com/office/officeart/2005/8/layout/list1"/>
    <dgm:cxn modelId="{7DB38919-F367-48C4-B2B2-AA3FA11E084B}" type="presParOf" srcId="{F18E9B8F-65B3-4557-8AA1-6D78F2E4E4AA}" destId="{5142EF91-ADD1-4E84-9F24-A0FFEE30B37A}" srcOrd="0" destOrd="0" presId="urn:microsoft.com/office/officeart/2005/8/layout/list1"/>
    <dgm:cxn modelId="{062A0496-C7F8-41BF-900E-3C56A4189F74}" type="presParOf" srcId="{F18E9B8F-65B3-4557-8AA1-6D78F2E4E4AA}" destId="{0B35C78A-7054-483F-9E53-CA7FD69E1CE3}" srcOrd="1" destOrd="0" presId="urn:microsoft.com/office/officeart/2005/8/layout/list1"/>
    <dgm:cxn modelId="{B43CD579-0C5A-4E66-9232-262EBA9B0FAB}" type="presParOf" srcId="{361AFCCE-CF22-4DF1-AC6F-0214BC11426D}" destId="{652CFF65-F74B-4C68-9662-16A73853FA47}" srcOrd="5" destOrd="0" presId="urn:microsoft.com/office/officeart/2005/8/layout/list1"/>
    <dgm:cxn modelId="{6023DE4A-2C19-4A11-915F-E9644AE6AE75}" type="presParOf" srcId="{361AFCCE-CF22-4DF1-AC6F-0214BC11426D}" destId="{6C27CB71-7312-4EF5-988B-45C0C5436F52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97A8BB-DEFE-461F-992F-960DE8BED31B}">
      <dsp:nvSpPr>
        <dsp:cNvPr id="0" name=""/>
        <dsp:cNvSpPr/>
      </dsp:nvSpPr>
      <dsp:spPr>
        <a:xfrm>
          <a:off x="135296" y="537221"/>
          <a:ext cx="1549425" cy="154942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269F7D-5041-4ABD-9749-F2494008FC0F}">
      <dsp:nvSpPr>
        <dsp:cNvPr id="0" name=""/>
        <dsp:cNvSpPr/>
      </dsp:nvSpPr>
      <dsp:spPr>
        <a:xfrm>
          <a:off x="460675" y="862601"/>
          <a:ext cx="898666" cy="8986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4D6B8C-1D4A-4A07-808B-DC1315544F62}">
      <dsp:nvSpPr>
        <dsp:cNvPr id="0" name=""/>
        <dsp:cNvSpPr/>
      </dsp:nvSpPr>
      <dsp:spPr>
        <a:xfrm>
          <a:off x="2016741" y="537221"/>
          <a:ext cx="3652216" cy="1549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Website to compare computer components so users can find the best deals.</a:t>
          </a:r>
        </a:p>
      </dsp:txBody>
      <dsp:txXfrm>
        <a:off x="2016741" y="537221"/>
        <a:ext cx="3652216" cy="1549425"/>
      </dsp:txXfrm>
    </dsp:sp>
    <dsp:sp modelId="{16B691CA-64E5-46A9-8F81-1DB97AD41DA1}">
      <dsp:nvSpPr>
        <dsp:cNvPr id="0" name=""/>
        <dsp:cNvSpPr/>
      </dsp:nvSpPr>
      <dsp:spPr>
        <a:xfrm>
          <a:off x="6305328" y="537221"/>
          <a:ext cx="1549425" cy="154942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AEED39-87F5-4684-8546-01349715FB55}">
      <dsp:nvSpPr>
        <dsp:cNvPr id="0" name=""/>
        <dsp:cNvSpPr/>
      </dsp:nvSpPr>
      <dsp:spPr>
        <a:xfrm>
          <a:off x="6630707" y="862601"/>
          <a:ext cx="898666" cy="8986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8E4216-55D4-4A53-804D-02B97DCE4B25}">
      <dsp:nvSpPr>
        <dsp:cNvPr id="0" name=""/>
        <dsp:cNvSpPr/>
      </dsp:nvSpPr>
      <dsp:spPr>
        <a:xfrm>
          <a:off x="8186773" y="537221"/>
          <a:ext cx="3652216" cy="1549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 phone app like feel so users can like and comment on products.</a:t>
          </a:r>
        </a:p>
      </dsp:txBody>
      <dsp:txXfrm>
        <a:off x="8186773" y="537221"/>
        <a:ext cx="3652216" cy="1549425"/>
      </dsp:txXfrm>
    </dsp:sp>
    <dsp:sp modelId="{073E532F-602E-4353-93A5-1F97F142CB9D}">
      <dsp:nvSpPr>
        <dsp:cNvPr id="0" name=""/>
        <dsp:cNvSpPr/>
      </dsp:nvSpPr>
      <dsp:spPr>
        <a:xfrm>
          <a:off x="135296" y="2941418"/>
          <a:ext cx="1549425" cy="154942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A4A444-CF30-4184-AFE8-E011C30E96D6}">
      <dsp:nvSpPr>
        <dsp:cNvPr id="0" name=""/>
        <dsp:cNvSpPr/>
      </dsp:nvSpPr>
      <dsp:spPr>
        <a:xfrm>
          <a:off x="460675" y="3266797"/>
          <a:ext cx="898666" cy="8986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6194C-698D-452B-82B3-956850E2115C}">
      <dsp:nvSpPr>
        <dsp:cNvPr id="0" name=""/>
        <dsp:cNvSpPr/>
      </dsp:nvSpPr>
      <dsp:spPr>
        <a:xfrm>
          <a:off x="2016741" y="2941418"/>
          <a:ext cx="3652216" cy="1549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Goal is to eliminate having multiple windows open to look for products and to eliminate having another tool to way pros and cons when making a final decision.</a:t>
          </a:r>
        </a:p>
      </dsp:txBody>
      <dsp:txXfrm>
        <a:off x="2016741" y="2941418"/>
        <a:ext cx="3652216" cy="1549425"/>
      </dsp:txXfrm>
    </dsp:sp>
    <dsp:sp modelId="{117EDF74-ADE5-4776-B162-1F9409EA00B2}">
      <dsp:nvSpPr>
        <dsp:cNvPr id="0" name=""/>
        <dsp:cNvSpPr/>
      </dsp:nvSpPr>
      <dsp:spPr>
        <a:xfrm>
          <a:off x="6305328" y="2941418"/>
          <a:ext cx="1549425" cy="154942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DBE7D-CD91-4B48-A9D0-FEB297B4A27B}">
      <dsp:nvSpPr>
        <dsp:cNvPr id="0" name=""/>
        <dsp:cNvSpPr/>
      </dsp:nvSpPr>
      <dsp:spPr>
        <a:xfrm>
          <a:off x="6630707" y="3266797"/>
          <a:ext cx="898666" cy="8986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0FD93-C071-4DAE-8C3E-A57AFE374F7A}">
      <dsp:nvSpPr>
        <dsp:cNvPr id="0" name=""/>
        <dsp:cNvSpPr/>
      </dsp:nvSpPr>
      <dsp:spPr>
        <a:xfrm>
          <a:off x="8186773" y="2941418"/>
          <a:ext cx="3652216" cy="154942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Python back end with Flask API, react front end, SSMS Data storage</a:t>
          </a:r>
        </a:p>
      </dsp:txBody>
      <dsp:txXfrm>
        <a:off x="8186773" y="2941418"/>
        <a:ext cx="3652216" cy="15494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F6D312-0F22-4F1B-BED9-507D6547B481}">
      <dsp:nvSpPr>
        <dsp:cNvPr id="0" name=""/>
        <dsp:cNvSpPr/>
      </dsp:nvSpPr>
      <dsp:spPr>
        <a:xfrm>
          <a:off x="1436" y="917040"/>
          <a:ext cx="5603978" cy="3362387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/>
            <a:t>API/DataBase: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Manual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Postman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Integration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Endpoints match database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Correct data stored when user performs an action</a:t>
          </a:r>
        </a:p>
      </dsp:txBody>
      <dsp:txXfrm>
        <a:off x="1436" y="917040"/>
        <a:ext cx="5603978" cy="3362387"/>
      </dsp:txXfrm>
    </dsp:sp>
    <dsp:sp modelId="{1F121A57-06AF-4844-9A40-225C1F29B086}">
      <dsp:nvSpPr>
        <dsp:cNvPr id="0" name=""/>
        <dsp:cNvSpPr/>
      </dsp:nvSpPr>
      <dsp:spPr>
        <a:xfrm>
          <a:off x="6165813" y="917040"/>
          <a:ext cx="5603978" cy="3362387"/>
        </a:xfrm>
        <a:prstGeom prst="rect">
          <a:avLst/>
        </a:prstGeom>
        <a:gradFill rotWithShape="0">
          <a:gsLst>
            <a:gs pos="0">
              <a:schemeClr val="accent5">
                <a:hueOff val="1603047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7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t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500" kern="1200" dirty="0"/>
            <a:t>Frontend: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Manual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Visual queues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Integration</a:t>
          </a:r>
        </a:p>
        <a:p>
          <a:pPr marL="457200" lvl="2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Fetches correct data when going back to the API</a:t>
          </a:r>
        </a:p>
      </dsp:txBody>
      <dsp:txXfrm>
        <a:off x="6165813" y="917040"/>
        <a:ext cx="5603978" cy="33623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551C2F-4259-429B-A6FD-77144435C36C}">
      <dsp:nvSpPr>
        <dsp:cNvPr id="0" name=""/>
        <dsp:cNvSpPr/>
      </dsp:nvSpPr>
      <dsp:spPr>
        <a:xfrm>
          <a:off x="0" y="498173"/>
          <a:ext cx="10353675" cy="1956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562356" rIns="80356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MVP 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Data Inserted in database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A few 1.0 features</a:t>
          </a:r>
          <a:endParaRPr lang="en-US" sz="2700" kern="1200" dirty="0"/>
        </a:p>
      </dsp:txBody>
      <dsp:txXfrm>
        <a:off x="0" y="498173"/>
        <a:ext cx="10353675" cy="1956150"/>
      </dsp:txXfrm>
    </dsp:sp>
    <dsp:sp modelId="{F51525CC-CA8B-4D06-97DC-1FAC58261867}">
      <dsp:nvSpPr>
        <dsp:cNvPr id="0" name=""/>
        <dsp:cNvSpPr/>
      </dsp:nvSpPr>
      <dsp:spPr>
        <a:xfrm>
          <a:off x="517683" y="28488"/>
          <a:ext cx="7247572" cy="79704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Completed</a:t>
          </a:r>
          <a:endParaRPr lang="en-US" sz="2700" kern="1200" dirty="0"/>
        </a:p>
      </dsp:txBody>
      <dsp:txXfrm>
        <a:off x="556591" y="67396"/>
        <a:ext cx="7169756" cy="719224"/>
      </dsp:txXfrm>
    </dsp:sp>
    <dsp:sp modelId="{6C27CB71-7312-4EF5-988B-45C0C5436F52}">
      <dsp:nvSpPr>
        <dsp:cNvPr id="0" name=""/>
        <dsp:cNvSpPr/>
      </dsp:nvSpPr>
      <dsp:spPr>
        <a:xfrm>
          <a:off x="0" y="2927478"/>
          <a:ext cx="10353675" cy="19561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5">
              <a:hueOff val="1603047"/>
              <a:satOff val="-18876"/>
              <a:lumOff val="12549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3560" tIns="562356" rIns="803560" bIns="192024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Finish </a:t>
          </a:r>
          <a:r>
            <a:rPr lang="en-US" sz="2700" kern="1200" dirty="0"/>
            <a:t>1.0 features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 dirty="0"/>
            <a:t>Clean up frontend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kern="1200"/>
            <a:t>Testing</a:t>
          </a:r>
          <a:endParaRPr lang="en-US" sz="2700" kern="1200" dirty="0"/>
        </a:p>
      </dsp:txBody>
      <dsp:txXfrm>
        <a:off x="0" y="2927478"/>
        <a:ext cx="10353675" cy="1956150"/>
      </dsp:txXfrm>
    </dsp:sp>
    <dsp:sp modelId="{0B35C78A-7054-483F-9E53-CA7FD69E1CE3}">
      <dsp:nvSpPr>
        <dsp:cNvPr id="0" name=""/>
        <dsp:cNvSpPr/>
      </dsp:nvSpPr>
      <dsp:spPr>
        <a:xfrm>
          <a:off x="517683" y="2528958"/>
          <a:ext cx="7247572" cy="797040"/>
        </a:xfrm>
        <a:prstGeom prst="roundRect">
          <a:avLst/>
        </a:prstGeom>
        <a:gradFill rotWithShape="0">
          <a:gsLst>
            <a:gs pos="0">
              <a:schemeClr val="accent5">
                <a:hueOff val="1603047"/>
                <a:satOff val="-18876"/>
                <a:lumOff val="12549"/>
                <a:alphaOff val="0"/>
                <a:tint val="96000"/>
                <a:lumMod val="104000"/>
              </a:schemeClr>
            </a:gs>
            <a:gs pos="100000">
              <a:schemeClr val="accent5">
                <a:hueOff val="1603047"/>
                <a:satOff val="-18876"/>
                <a:lumOff val="12549"/>
                <a:alphaOff val="0"/>
                <a:shade val="90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63500" dist="254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73941" tIns="0" rIns="273941" bIns="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Still To Complete</a:t>
          </a:r>
          <a:endParaRPr lang="en-US" sz="2700" kern="1200" dirty="0"/>
        </a:p>
      </dsp:txBody>
      <dsp:txXfrm>
        <a:off x="556591" y="2567866"/>
        <a:ext cx="7169756" cy="7192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41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59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97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409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092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83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63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84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10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475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11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87427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794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6153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10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261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1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15163F3-DD54-4DC5-ADEC-F4DCF7043024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018419B-53E0-4B09-A1FD-B0BE783AC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358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6AB9-26BA-9A0E-CCCA-CB036046E5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8800" dirty="0" err="1"/>
              <a:t>ComparePro</a:t>
            </a:r>
            <a:endParaRPr lang="en-US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06C285-6FC8-2196-C59B-184BAE788F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By: Clayton Burgess</a:t>
            </a:r>
          </a:p>
          <a:p>
            <a:r>
              <a:rPr lang="en-US" sz="2800" dirty="0"/>
              <a:t>Advisor: Julie Thornton</a:t>
            </a:r>
          </a:p>
        </p:txBody>
      </p:sp>
    </p:spTree>
    <p:extLst>
      <p:ext uri="{BB962C8B-B14F-4D97-AF65-F5344CB8AC3E}">
        <p14:creationId xmlns:p14="http://schemas.microsoft.com/office/powerpoint/2010/main" val="185937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E53E7-6315-E376-98F3-2E19F430F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Review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D526D7-C782-4F65-A21F-A6B40D86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 preferRelativeResize="0"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" t="2669" r="616"/>
          <a:stretch/>
        </p:blipFill>
        <p:spPr>
          <a:xfrm>
            <a:off x="-1" y="1731964"/>
            <a:ext cx="12192001" cy="5126036"/>
          </a:xfrm>
          <a:prstGeom prst="rect">
            <a:avLst/>
          </a:prstGeom>
          <a:effectLst>
            <a:innerShdw blurRad="63500" dist="50800" dir="16200000">
              <a:prstClr val="black">
                <a:alpha val="50000"/>
              </a:prstClr>
            </a:innerShdw>
          </a:effec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E2DE2B-A4F7-1A68-C450-D81041589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7937312"/>
              </p:ext>
            </p:extLst>
          </p:nvPr>
        </p:nvGraphicFramePr>
        <p:xfrm>
          <a:off x="119744" y="1731964"/>
          <a:ext cx="11974286" cy="5028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25988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939C8-F826-DC6E-A722-19C6A18222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74040"/>
            <a:ext cx="10353762" cy="970450"/>
          </a:xfrm>
        </p:spPr>
        <p:txBody>
          <a:bodyPr/>
          <a:lstStyle/>
          <a:p>
            <a:r>
              <a:rPr lang="en-US" dirty="0"/>
              <a:t>Database Design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96AB95-BB78-D621-A789-18892116414F}"/>
              </a:ext>
            </a:extLst>
          </p:cNvPr>
          <p:cNvSpPr/>
          <p:nvPr/>
        </p:nvSpPr>
        <p:spPr>
          <a:xfrm>
            <a:off x="776125" y="1244490"/>
            <a:ext cx="10807762" cy="554883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5EE6D9C-43FA-1CF4-3881-484836B32F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643" y="1435599"/>
            <a:ext cx="9846566" cy="516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073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87EF-9F34-2DF1-156D-8C344F188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Diagram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21F681C-EB56-4983-7840-C4DDA6EE0022}"/>
              </a:ext>
            </a:extLst>
          </p:cNvPr>
          <p:cNvSpPr/>
          <p:nvPr/>
        </p:nvSpPr>
        <p:spPr>
          <a:xfrm>
            <a:off x="169333" y="1436914"/>
            <a:ext cx="11489267" cy="54210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AF085F-21B6-DCB2-6BB8-775F56AA0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667136"/>
            <a:ext cx="10957878" cy="502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29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C75C2-139C-3632-B31D-CCC3523C0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98540"/>
            <a:ext cx="10353762" cy="970450"/>
          </a:xfrm>
        </p:spPr>
        <p:txBody>
          <a:bodyPr/>
          <a:lstStyle/>
          <a:p>
            <a:r>
              <a:rPr lang="en-US" dirty="0"/>
              <a:t>Component Architecture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1D965F-48EA-1BB9-455E-3CB9E94A2722}"/>
              </a:ext>
            </a:extLst>
          </p:cNvPr>
          <p:cNvSpPr/>
          <p:nvPr/>
        </p:nvSpPr>
        <p:spPr>
          <a:xfrm>
            <a:off x="813297" y="1216405"/>
            <a:ext cx="10565408" cy="564159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05583C-CE8F-5787-0C5B-4954FBFF2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900" y="1463827"/>
            <a:ext cx="9594509" cy="5146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1430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6442-D1FC-20E5-3F44-450286F48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53068"/>
            <a:ext cx="10353762" cy="970450"/>
          </a:xfrm>
        </p:spPr>
        <p:txBody>
          <a:bodyPr/>
          <a:lstStyle/>
          <a:p>
            <a:r>
              <a:rPr lang="en-US" dirty="0"/>
              <a:t>Sequence Diagram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AFF39-38DB-FC28-7CE9-F92A79808338}"/>
              </a:ext>
            </a:extLst>
          </p:cNvPr>
          <p:cNvSpPr/>
          <p:nvPr/>
        </p:nvSpPr>
        <p:spPr>
          <a:xfrm>
            <a:off x="117446" y="1048624"/>
            <a:ext cx="12074554" cy="572548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BDE72C-F9C3-A280-9450-5C535BB6B9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35" y="1236823"/>
            <a:ext cx="11844708" cy="5251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79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8E9DC-7565-24CC-9504-B5FB5C8EA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EndPoints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7526-B313-EBC2-5273-07323F4EB4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732449"/>
            <a:ext cx="12191999" cy="5125551"/>
          </a:xfrm>
        </p:spPr>
        <p:txBody>
          <a:bodyPr>
            <a:normAutofit/>
          </a:bodyPr>
          <a:lstStyle/>
          <a:p>
            <a:pPr marL="36900" indent="0" algn="ctr">
              <a:buNone/>
            </a:pPr>
            <a:r>
              <a:rPr lang="en-US" sz="2800" dirty="0"/>
              <a:t>GET /</a:t>
            </a:r>
            <a:r>
              <a:rPr lang="en-US" sz="2800" dirty="0" err="1"/>
              <a:t>api</a:t>
            </a:r>
            <a:r>
              <a:rPr lang="en-US" sz="2800" dirty="0"/>
              <a:t>/liked: Retrieves all liked products by the user id</a:t>
            </a:r>
          </a:p>
          <a:p>
            <a:pPr marL="36900" indent="0" algn="ctr">
              <a:buNone/>
            </a:pPr>
            <a:r>
              <a:rPr lang="en-US" sz="2800" dirty="0"/>
              <a:t>GET /</a:t>
            </a:r>
            <a:r>
              <a:rPr lang="en-US" sz="2800" dirty="0" err="1"/>
              <a:t>api</a:t>
            </a:r>
            <a:r>
              <a:rPr lang="en-US" sz="2800" dirty="0"/>
              <a:t>/recommendations: Retrieves recommendations for a given user</a:t>
            </a:r>
          </a:p>
          <a:p>
            <a:pPr marL="36900" indent="0" algn="ctr">
              <a:buNone/>
            </a:pPr>
            <a:r>
              <a:rPr lang="en-US" sz="2800" dirty="0"/>
              <a:t>GET /</a:t>
            </a:r>
            <a:r>
              <a:rPr lang="en-US" sz="2800" dirty="0" err="1"/>
              <a:t>api</a:t>
            </a:r>
            <a:r>
              <a:rPr lang="en-US" sz="2800" dirty="0"/>
              <a:t>/comments: Retrieves comments for a product from a given user</a:t>
            </a:r>
          </a:p>
          <a:p>
            <a:pPr marL="36900" indent="0" algn="ctr">
              <a:buNone/>
            </a:pPr>
            <a:r>
              <a:rPr lang="en-US" sz="2800" dirty="0"/>
              <a:t>GET /</a:t>
            </a:r>
            <a:r>
              <a:rPr lang="en-US" sz="2800" dirty="0" err="1"/>
              <a:t>api</a:t>
            </a:r>
            <a:r>
              <a:rPr lang="en-US" sz="2800" dirty="0"/>
              <a:t>/products/ID: Retrieves the product id based off product user selected</a:t>
            </a:r>
          </a:p>
          <a:p>
            <a:pPr marL="36900" indent="0" algn="ctr">
              <a:buNone/>
            </a:pPr>
            <a:r>
              <a:rPr lang="en-US" sz="2800" dirty="0"/>
              <a:t>POST /</a:t>
            </a:r>
            <a:r>
              <a:rPr lang="en-US" sz="2800" dirty="0" err="1"/>
              <a:t>api</a:t>
            </a:r>
            <a:r>
              <a:rPr lang="en-US" sz="2800" dirty="0"/>
              <a:t>/comments/add: Adds a comment from a given user for a product</a:t>
            </a:r>
          </a:p>
          <a:p>
            <a:pPr marL="36900" indent="0" algn="ctr">
              <a:buNone/>
            </a:pPr>
            <a:r>
              <a:rPr lang="en-US" sz="2800" dirty="0"/>
              <a:t>POST /</a:t>
            </a:r>
            <a:r>
              <a:rPr lang="en-US" sz="2800" dirty="0" err="1"/>
              <a:t>api</a:t>
            </a:r>
            <a:r>
              <a:rPr lang="en-US" sz="2800" dirty="0"/>
              <a:t>/likes/toggle: Changes whether a user has liked a product or not</a:t>
            </a:r>
          </a:p>
          <a:p>
            <a:pPr marL="36900" indent="0" algn="ctr">
              <a:buNone/>
            </a:pPr>
            <a:r>
              <a:rPr lang="en-US" sz="2800" dirty="0"/>
              <a:t>POST /</a:t>
            </a:r>
            <a:r>
              <a:rPr lang="en-US" sz="2800" dirty="0" err="1"/>
              <a:t>api</a:t>
            </a:r>
            <a:r>
              <a:rPr lang="en-US" sz="2800" dirty="0"/>
              <a:t>/track-view: Adds a product to the list of viewed products for recommendations </a:t>
            </a:r>
          </a:p>
        </p:txBody>
      </p:sp>
    </p:spTree>
    <p:extLst>
      <p:ext uri="{BB962C8B-B14F-4D97-AF65-F5344CB8AC3E}">
        <p14:creationId xmlns:p14="http://schemas.microsoft.com/office/powerpoint/2010/main" val="35883021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A91B-4EA5-DCDD-DE2C-12088633A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Testing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3B8D2DB-3FD2-7D41-7B6A-D0BF8BF5F9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828949"/>
              </p:ext>
            </p:extLst>
          </p:nvPr>
        </p:nvGraphicFramePr>
        <p:xfrm>
          <a:off x="214102" y="1628078"/>
          <a:ext cx="11771229" cy="5196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45059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80000"/>
                <a:lumMod val="80000"/>
              </a:schemeClr>
              <a:schemeClr val="bg2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1318A-9D03-CB26-9C3D-DA8F19579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>
            <a:normAutofit/>
          </a:bodyPr>
          <a:lstStyle/>
          <a:p>
            <a:r>
              <a:rPr lang="en-US" dirty="0"/>
              <a:t>Current State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04305F-7654-92AE-C93A-27CF1AE09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0765601"/>
              </p:ext>
            </p:extLst>
          </p:nvPr>
        </p:nvGraphicFramePr>
        <p:xfrm>
          <a:off x="914400" y="1731963"/>
          <a:ext cx="10353675" cy="49121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40976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B0EAE-2429-A55F-648D-D4DF1AFE3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Autofit/>
          </a:bodyPr>
          <a:lstStyle/>
          <a:p>
            <a:r>
              <a:rPr lang="en-US" sz="72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3588192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18A23-982F-07F7-171D-0BCDA775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2943775"/>
            <a:ext cx="10353762" cy="970450"/>
          </a:xfrm>
        </p:spPr>
        <p:txBody>
          <a:bodyPr>
            <a:noAutofit/>
          </a:bodyPr>
          <a:lstStyle/>
          <a:p>
            <a:r>
              <a:rPr lang="en-US" sz="7200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5824748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3463</TotalTime>
  <Words>259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Calisto MT</vt:lpstr>
      <vt:lpstr>Wingdings 2</vt:lpstr>
      <vt:lpstr>Slate</vt:lpstr>
      <vt:lpstr>ComparePro</vt:lpstr>
      <vt:lpstr>Review</vt:lpstr>
      <vt:lpstr>Database Design</vt:lpstr>
      <vt:lpstr>Class Diagram</vt:lpstr>
      <vt:lpstr>Component Architecture </vt:lpstr>
      <vt:lpstr>Sequence Diagram</vt:lpstr>
      <vt:lpstr>EndPoints</vt:lpstr>
      <vt:lpstr>Testing</vt:lpstr>
      <vt:lpstr>Current State</vt:lpstr>
      <vt:lpstr>DEMO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Clayton Burgess</dc:creator>
  <cp:lastModifiedBy>Clayton Burgess</cp:lastModifiedBy>
  <cp:revision>18</cp:revision>
  <dcterms:created xsi:type="dcterms:W3CDTF">2026-04-01T16:47:01Z</dcterms:created>
  <dcterms:modified xsi:type="dcterms:W3CDTF">2026-04-07T15:38:29Z</dcterms:modified>
</cp:coreProperties>
</file>