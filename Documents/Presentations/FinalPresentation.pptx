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2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3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4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7420" autoAdjust="0"/>
  </p:normalViewPr>
  <p:slideViewPr>
    <p:cSldViewPr snapToGrid="0">
      <p:cViewPr varScale="1">
        <p:scale>
          <a:sx n="157" d="100"/>
          <a:sy n="157" d="100"/>
        </p:scale>
        <p:origin x="44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9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62FDAC5-2292-4209-A131-E4BE9E77817F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B555CF9-2AC8-4EDF-9DBA-93552DA8857C}">
      <dgm:prSet/>
      <dgm:spPr/>
      <dgm:t>
        <a:bodyPr/>
        <a:lstStyle/>
        <a:p>
          <a:pPr>
            <a:defRPr cap="all"/>
          </a:pPr>
          <a:r>
            <a:rPr lang="en-US"/>
            <a:t>Web application that lets users compare computer components between different websites</a:t>
          </a:r>
        </a:p>
      </dgm:t>
    </dgm:pt>
    <dgm:pt modelId="{2218A2B4-DABB-48A2-88E8-A6C6D41D43D9}" type="parTrans" cxnId="{8731B0CA-BC4B-4FBF-8D8F-C62A62147EC7}">
      <dgm:prSet/>
      <dgm:spPr/>
      <dgm:t>
        <a:bodyPr/>
        <a:lstStyle/>
        <a:p>
          <a:endParaRPr lang="en-US"/>
        </a:p>
      </dgm:t>
    </dgm:pt>
    <dgm:pt modelId="{ACB07403-21A3-401E-8A0D-220FF9766C10}" type="sibTrans" cxnId="{8731B0CA-BC4B-4FBF-8D8F-C62A62147EC7}">
      <dgm:prSet/>
      <dgm:spPr/>
      <dgm:t>
        <a:bodyPr/>
        <a:lstStyle/>
        <a:p>
          <a:endParaRPr lang="en-US"/>
        </a:p>
      </dgm:t>
    </dgm:pt>
    <dgm:pt modelId="{59993B12-29BA-4A06-AB30-CC6D94CE38A9}">
      <dgm:prSet/>
      <dgm:spPr/>
      <dgm:t>
        <a:bodyPr/>
        <a:lstStyle/>
        <a:p>
          <a:pPr>
            <a:defRPr cap="all"/>
          </a:pPr>
          <a:r>
            <a:rPr lang="en-US"/>
            <a:t>Social media app like feeling that lets users like and comment on items</a:t>
          </a:r>
        </a:p>
      </dgm:t>
    </dgm:pt>
    <dgm:pt modelId="{633EB06A-D0A8-4553-97B0-D1CDD02896A7}" type="parTrans" cxnId="{4ACDF975-D107-4921-9FEE-FFB2674403E6}">
      <dgm:prSet/>
      <dgm:spPr/>
      <dgm:t>
        <a:bodyPr/>
        <a:lstStyle/>
        <a:p>
          <a:endParaRPr lang="en-US"/>
        </a:p>
      </dgm:t>
    </dgm:pt>
    <dgm:pt modelId="{98B3B406-7F64-4B50-A104-0EABCD6A6D07}" type="sibTrans" cxnId="{4ACDF975-D107-4921-9FEE-FFB2674403E6}">
      <dgm:prSet/>
      <dgm:spPr/>
      <dgm:t>
        <a:bodyPr/>
        <a:lstStyle/>
        <a:p>
          <a:endParaRPr lang="en-US"/>
        </a:p>
      </dgm:t>
    </dgm:pt>
    <dgm:pt modelId="{015442BA-2533-47C0-804F-3A0CC4462264}">
      <dgm:prSet/>
      <dgm:spPr/>
      <dgm:t>
        <a:bodyPr/>
        <a:lstStyle/>
        <a:p>
          <a:pPr>
            <a:defRPr cap="all"/>
          </a:pPr>
          <a:r>
            <a:rPr lang="en-US"/>
            <a:t>Developed to eliminate having multiple windows open at once</a:t>
          </a:r>
        </a:p>
      </dgm:t>
    </dgm:pt>
    <dgm:pt modelId="{96CFCACB-F476-4837-AE4D-312BC7421B99}" type="parTrans" cxnId="{FC6537F3-2FED-40D5-B418-F80A172A07F6}">
      <dgm:prSet/>
      <dgm:spPr/>
      <dgm:t>
        <a:bodyPr/>
        <a:lstStyle/>
        <a:p>
          <a:endParaRPr lang="en-US"/>
        </a:p>
      </dgm:t>
    </dgm:pt>
    <dgm:pt modelId="{C4093A43-73D9-4AC0-87DB-1169452D1540}" type="sibTrans" cxnId="{FC6537F3-2FED-40D5-B418-F80A172A07F6}">
      <dgm:prSet/>
      <dgm:spPr/>
      <dgm:t>
        <a:bodyPr/>
        <a:lstStyle/>
        <a:p>
          <a:endParaRPr lang="en-US"/>
        </a:p>
      </dgm:t>
    </dgm:pt>
    <dgm:pt modelId="{A0D72170-6EAD-4562-AC05-1EC442EEBA33}">
      <dgm:prSet/>
      <dgm:spPr/>
      <dgm:t>
        <a:bodyPr/>
        <a:lstStyle/>
        <a:p>
          <a:pPr>
            <a:defRPr cap="all"/>
          </a:pPr>
          <a:r>
            <a:rPr lang="en-US"/>
            <a:t>Eliminates use of using an excel document to allow users to do their research all through adding the comments</a:t>
          </a:r>
        </a:p>
      </dgm:t>
    </dgm:pt>
    <dgm:pt modelId="{CCB13EE9-745E-4140-A74C-CEE6CECC1B86}" type="parTrans" cxnId="{4A1E6790-B71E-456D-80ED-75B91EC14F6D}">
      <dgm:prSet/>
      <dgm:spPr/>
      <dgm:t>
        <a:bodyPr/>
        <a:lstStyle/>
        <a:p>
          <a:endParaRPr lang="en-US"/>
        </a:p>
      </dgm:t>
    </dgm:pt>
    <dgm:pt modelId="{18232ACD-F8CD-4815-A86B-7ECEB5627C96}" type="sibTrans" cxnId="{4A1E6790-B71E-456D-80ED-75B91EC14F6D}">
      <dgm:prSet/>
      <dgm:spPr/>
      <dgm:t>
        <a:bodyPr/>
        <a:lstStyle/>
        <a:p>
          <a:endParaRPr lang="en-US"/>
        </a:p>
      </dgm:t>
    </dgm:pt>
    <dgm:pt modelId="{5A42BF57-C355-464A-AE85-0762C7D7F7DC}" type="pres">
      <dgm:prSet presAssocID="{962FDAC5-2292-4209-A131-E4BE9E77817F}" presName="root" presStyleCnt="0">
        <dgm:presLayoutVars>
          <dgm:dir/>
          <dgm:resizeHandles val="exact"/>
        </dgm:presLayoutVars>
      </dgm:prSet>
      <dgm:spPr/>
    </dgm:pt>
    <dgm:pt modelId="{81E2AE6A-1C2E-4586-9DD6-E3C430900ACA}" type="pres">
      <dgm:prSet presAssocID="{2B555CF9-2AC8-4EDF-9DBA-93552DA8857C}" presName="compNode" presStyleCnt="0"/>
      <dgm:spPr/>
    </dgm:pt>
    <dgm:pt modelId="{4559D1C5-CFA1-4F09-A1A6-10BDBB4BFC6A}" type="pres">
      <dgm:prSet presAssocID="{2B555CF9-2AC8-4EDF-9DBA-93552DA8857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F380A00-84FF-4D78-BB15-F8D7CB844CF2}" type="pres">
      <dgm:prSet presAssocID="{2B555CF9-2AC8-4EDF-9DBA-93552DA8857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8C8C722-0F8C-47A2-8A3B-156C2744A8B9}" type="pres">
      <dgm:prSet presAssocID="{2B555CF9-2AC8-4EDF-9DBA-93552DA8857C}" presName="spaceRect" presStyleCnt="0"/>
      <dgm:spPr/>
    </dgm:pt>
    <dgm:pt modelId="{9E5230E0-53B4-4644-A794-6E0EA5804338}" type="pres">
      <dgm:prSet presAssocID="{2B555CF9-2AC8-4EDF-9DBA-93552DA8857C}" presName="textRect" presStyleLbl="revTx" presStyleIdx="0" presStyleCnt="4">
        <dgm:presLayoutVars>
          <dgm:chMax val="1"/>
          <dgm:chPref val="1"/>
        </dgm:presLayoutVars>
      </dgm:prSet>
      <dgm:spPr/>
    </dgm:pt>
    <dgm:pt modelId="{C2750ABE-8CDC-4D67-A6A0-99CACC5DF5AE}" type="pres">
      <dgm:prSet presAssocID="{ACB07403-21A3-401E-8A0D-220FF9766C10}" presName="sibTrans" presStyleCnt="0"/>
      <dgm:spPr/>
    </dgm:pt>
    <dgm:pt modelId="{55D7D314-D47C-4CE1-91B7-0CDA92830484}" type="pres">
      <dgm:prSet presAssocID="{59993B12-29BA-4A06-AB30-CC6D94CE38A9}" presName="compNode" presStyleCnt="0"/>
      <dgm:spPr/>
    </dgm:pt>
    <dgm:pt modelId="{EB19E035-460A-499E-B4F6-4FB7CE44CE2A}" type="pres">
      <dgm:prSet presAssocID="{59993B12-29BA-4A06-AB30-CC6D94CE38A9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F2DA49D-96D9-4D80-A8C7-0DB0B016F384}" type="pres">
      <dgm:prSet presAssocID="{59993B12-29BA-4A06-AB30-CC6D94CE38A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77657B4F-7B76-446D-83C1-88A4A7F163D6}" type="pres">
      <dgm:prSet presAssocID="{59993B12-29BA-4A06-AB30-CC6D94CE38A9}" presName="spaceRect" presStyleCnt="0"/>
      <dgm:spPr/>
    </dgm:pt>
    <dgm:pt modelId="{9C84331A-897B-4C0B-BB40-DB945527DE58}" type="pres">
      <dgm:prSet presAssocID="{59993B12-29BA-4A06-AB30-CC6D94CE38A9}" presName="textRect" presStyleLbl="revTx" presStyleIdx="1" presStyleCnt="4">
        <dgm:presLayoutVars>
          <dgm:chMax val="1"/>
          <dgm:chPref val="1"/>
        </dgm:presLayoutVars>
      </dgm:prSet>
      <dgm:spPr/>
    </dgm:pt>
    <dgm:pt modelId="{76337A56-7CDC-4A6C-9395-DD1CE6B5D25E}" type="pres">
      <dgm:prSet presAssocID="{98B3B406-7F64-4B50-A104-0EABCD6A6D07}" presName="sibTrans" presStyleCnt="0"/>
      <dgm:spPr/>
    </dgm:pt>
    <dgm:pt modelId="{811DD921-7629-452F-A992-6C1D86EAD7EB}" type="pres">
      <dgm:prSet presAssocID="{015442BA-2533-47C0-804F-3A0CC4462264}" presName="compNode" presStyleCnt="0"/>
      <dgm:spPr/>
    </dgm:pt>
    <dgm:pt modelId="{D32701FC-AE5F-4CF0-AAFC-A384C1ECA70A}" type="pres">
      <dgm:prSet presAssocID="{015442BA-2533-47C0-804F-3A0CC4462264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FA55586-77B0-4764-8F6F-63CEC63261E2}" type="pres">
      <dgm:prSet presAssocID="{015442BA-2533-47C0-804F-3A0CC446226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53AF2BA-7BBE-4544-B77E-B57240F63961}" type="pres">
      <dgm:prSet presAssocID="{015442BA-2533-47C0-804F-3A0CC4462264}" presName="spaceRect" presStyleCnt="0"/>
      <dgm:spPr/>
    </dgm:pt>
    <dgm:pt modelId="{B9A9FC8A-4306-4CF8-8FAF-EADF3278C89C}" type="pres">
      <dgm:prSet presAssocID="{015442BA-2533-47C0-804F-3A0CC4462264}" presName="textRect" presStyleLbl="revTx" presStyleIdx="2" presStyleCnt="4">
        <dgm:presLayoutVars>
          <dgm:chMax val="1"/>
          <dgm:chPref val="1"/>
        </dgm:presLayoutVars>
      </dgm:prSet>
      <dgm:spPr/>
    </dgm:pt>
    <dgm:pt modelId="{7A8FBA2B-2CCC-4243-8680-92115C25ABA3}" type="pres">
      <dgm:prSet presAssocID="{C4093A43-73D9-4AC0-87DB-1169452D1540}" presName="sibTrans" presStyleCnt="0"/>
      <dgm:spPr/>
    </dgm:pt>
    <dgm:pt modelId="{AAFFEC4B-9871-4332-8FC8-09FB0A900079}" type="pres">
      <dgm:prSet presAssocID="{A0D72170-6EAD-4562-AC05-1EC442EEBA33}" presName="compNode" presStyleCnt="0"/>
      <dgm:spPr/>
    </dgm:pt>
    <dgm:pt modelId="{54127007-6758-452C-90C0-3510FFF9D2FC}" type="pres">
      <dgm:prSet presAssocID="{A0D72170-6EAD-4562-AC05-1EC442EEBA33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3121E5B-3058-462E-BC01-0EF606899BD3}" type="pres">
      <dgm:prSet presAssocID="{A0D72170-6EAD-4562-AC05-1EC442EEBA3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29FC416-C089-4EA1-9C20-871F31114843}" type="pres">
      <dgm:prSet presAssocID="{A0D72170-6EAD-4562-AC05-1EC442EEBA33}" presName="spaceRect" presStyleCnt="0"/>
      <dgm:spPr/>
    </dgm:pt>
    <dgm:pt modelId="{121D9B17-ABA0-4AEF-8BBA-7B124FD4F19F}" type="pres">
      <dgm:prSet presAssocID="{A0D72170-6EAD-4562-AC05-1EC442EEBA3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ACDF975-D107-4921-9FEE-FFB2674403E6}" srcId="{962FDAC5-2292-4209-A131-E4BE9E77817F}" destId="{59993B12-29BA-4A06-AB30-CC6D94CE38A9}" srcOrd="1" destOrd="0" parTransId="{633EB06A-D0A8-4553-97B0-D1CDD02896A7}" sibTransId="{98B3B406-7F64-4B50-A104-0EABCD6A6D07}"/>
    <dgm:cxn modelId="{4A1E6790-B71E-456D-80ED-75B91EC14F6D}" srcId="{962FDAC5-2292-4209-A131-E4BE9E77817F}" destId="{A0D72170-6EAD-4562-AC05-1EC442EEBA33}" srcOrd="3" destOrd="0" parTransId="{CCB13EE9-745E-4140-A74C-CEE6CECC1B86}" sibTransId="{18232ACD-F8CD-4815-A86B-7ECEB5627C96}"/>
    <dgm:cxn modelId="{117E21A8-D549-4982-852F-B75A89144D32}" type="presOf" srcId="{015442BA-2533-47C0-804F-3A0CC4462264}" destId="{B9A9FC8A-4306-4CF8-8FAF-EADF3278C89C}" srcOrd="0" destOrd="0" presId="urn:microsoft.com/office/officeart/2018/5/layout/IconLeafLabelList"/>
    <dgm:cxn modelId="{FF50D1C2-8A45-4C5C-8520-D17EE3D3758B}" type="presOf" srcId="{59993B12-29BA-4A06-AB30-CC6D94CE38A9}" destId="{9C84331A-897B-4C0B-BB40-DB945527DE58}" srcOrd="0" destOrd="0" presId="urn:microsoft.com/office/officeart/2018/5/layout/IconLeafLabelList"/>
    <dgm:cxn modelId="{2EDB80C4-A30F-47A5-99D9-14D4975CC5DA}" type="presOf" srcId="{A0D72170-6EAD-4562-AC05-1EC442EEBA33}" destId="{121D9B17-ABA0-4AEF-8BBA-7B124FD4F19F}" srcOrd="0" destOrd="0" presId="urn:microsoft.com/office/officeart/2018/5/layout/IconLeafLabelList"/>
    <dgm:cxn modelId="{8731B0CA-BC4B-4FBF-8D8F-C62A62147EC7}" srcId="{962FDAC5-2292-4209-A131-E4BE9E77817F}" destId="{2B555CF9-2AC8-4EDF-9DBA-93552DA8857C}" srcOrd="0" destOrd="0" parTransId="{2218A2B4-DABB-48A2-88E8-A6C6D41D43D9}" sibTransId="{ACB07403-21A3-401E-8A0D-220FF9766C10}"/>
    <dgm:cxn modelId="{591496D5-7952-413A-BADD-83950F178676}" type="presOf" srcId="{962FDAC5-2292-4209-A131-E4BE9E77817F}" destId="{5A42BF57-C355-464A-AE85-0762C7D7F7DC}" srcOrd="0" destOrd="0" presId="urn:microsoft.com/office/officeart/2018/5/layout/IconLeafLabelList"/>
    <dgm:cxn modelId="{FC6537F3-2FED-40D5-B418-F80A172A07F6}" srcId="{962FDAC5-2292-4209-A131-E4BE9E77817F}" destId="{015442BA-2533-47C0-804F-3A0CC4462264}" srcOrd="2" destOrd="0" parTransId="{96CFCACB-F476-4837-AE4D-312BC7421B99}" sibTransId="{C4093A43-73D9-4AC0-87DB-1169452D1540}"/>
    <dgm:cxn modelId="{8FB123F6-DBCE-4B7D-9A32-83FD2AD40556}" type="presOf" srcId="{2B555CF9-2AC8-4EDF-9DBA-93552DA8857C}" destId="{9E5230E0-53B4-4644-A794-6E0EA5804338}" srcOrd="0" destOrd="0" presId="urn:microsoft.com/office/officeart/2018/5/layout/IconLeafLabelList"/>
    <dgm:cxn modelId="{A621E98A-88A9-4255-8253-60414EBE9CD6}" type="presParOf" srcId="{5A42BF57-C355-464A-AE85-0762C7D7F7DC}" destId="{81E2AE6A-1C2E-4586-9DD6-E3C430900ACA}" srcOrd="0" destOrd="0" presId="urn:microsoft.com/office/officeart/2018/5/layout/IconLeafLabelList"/>
    <dgm:cxn modelId="{20A316FD-CC11-4DA4-A080-60ABA23EB8A2}" type="presParOf" srcId="{81E2AE6A-1C2E-4586-9DD6-E3C430900ACA}" destId="{4559D1C5-CFA1-4F09-A1A6-10BDBB4BFC6A}" srcOrd="0" destOrd="0" presId="urn:microsoft.com/office/officeart/2018/5/layout/IconLeafLabelList"/>
    <dgm:cxn modelId="{6041193C-475C-4998-AC0D-2981A817213C}" type="presParOf" srcId="{81E2AE6A-1C2E-4586-9DD6-E3C430900ACA}" destId="{3F380A00-84FF-4D78-BB15-F8D7CB844CF2}" srcOrd="1" destOrd="0" presId="urn:microsoft.com/office/officeart/2018/5/layout/IconLeafLabelList"/>
    <dgm:cxn modelId="{70B7EB37-E3A1-44E9-8849-517EA1F12A44}" type="presParOf" srcId="{81E2AE6A-1C2E-4586-9DD6-E3C430900ACA}" destId="{E8C8C722-0F8C-47A2-8A3B-156C2744A8B9}" srcOrd="2" destOrd="0" presId="urn:microsoft.com/office/officeart/2018/5/layout/IconLeafLabelList"/>
    <dgm:cxn modelId="{99A90353-5BAF-4AEC-9462-6E0AF82DD205}" type="presParOf" srcId="{81E2AE6A-1C2E-4586-9DD6-E3C430900ACA}" destId="{9E5230E0-53B4-4644-A794-6E0EA5804338}" srcOrd="3" destOrd="0" presId="urn:microsoft.com/office/officeart/2018/5/layout/IconLeafLabelList"/>
    <dgm:cxn modelId="{03CDA9F1-19CD-4CAF-9A1B-335BF256D35F}" type="presParOf" srcId="{5A42BF57-C355-464A-AE85-0762C7D7F7DC}" destId="{C2750ABE-8CDC-4D67-A6A0-99CACC5DF5AE}" srcOrd="1" destOrd="0" presId="urn:microsoft.com/office/officeart/2018/5/layout/IconLeafLabelList"/>
    <dgm:cxn modelId="{271B6377-2AE8-4A4E-8C90-797FC385FDC4}" type="presParOf" srcId="{5A42BF57-C355-464A-AE85-0762C7D7F7DC}" destId="{55D7D314-D47C-4CE1-91B7-0CDA92830484}" srcOrd="2" destOrd="0" presId="urn:microsoft.com/office/officeart/2018/5/layout/IconLeafLabelList"/>
    <dgm:cxn modelId="{232E4CC9-9DAE-4991-88C1-DB307E8D0A69}" type="presParOf" srcId="{55D7D314-D47C-4CE1-91B7-0CDA92830484}" destId="{EB19E035-460A-499E-B4F6-4FB7CE44CE2A}" srcOrd="0" destOrd="0" presId="urn:microsoft.com/office/officeart/2018/5/layout/IconLeafLabelList"/>
    <dgm:cxn modelId="{DBBE79E1-9EA5-4364-B56B-DE93FB713BEE}" type="presParOf" srcId="{55D7D314-D47C-4CE1-91B7-0CDA92830484}" destId="{7F2DA49D-96D9-4D80-A8C7-0DB0B016F384}" srcOrd="1" destOrd="0" presId="urn:microsoft.com/office/officeart/2018/5/layout/IconLeafLabelList"/>
    <dgm:cxn modelId="{836E1181-146C-4974-872F-B7FEB57BE7F3}" type="presParOf" srcId="{55D7D314-D47C-4CE1-91B7-0CDA92830484}" destId="{77657B4F-7B76-446D-83C1-88A4A7F163D6}" srcOrd="2" destOrd="0" presId="urn:microsoft.com/office/officeart/2018/5/layout/IconLeafLabelList"/>
    <dgm:cxn modelId="{B4B026AC-B08E-4099-8310-5B2B311CB256}" type="presParOf" srcId="{55D7D314-D47C-4CE1-91B7-0CDA92830484}" destId="{9C84331A-897B-4C0B-BB40-DB945527DE58}" srcOrd="3" destOrd="0" presId="urn:microsoft.com/office/officeart/2018/5/layout/IconLeafLabelList"/>
    <dgm:cxn modelId="{8E75105C-8400-4F15-A89F-DBA41B8D10A1}" type="presParOf" srcId="{5A42BF57-C355-464A-AE85-0762C7D7F7DC}" destId="{76337A56-7CDC-4A6C-9395-DD1CE6B5D25E}" srcOrd="3" destOrd="0" presId="urn:microsoft.com/office/officeart/2018/5/layout/IconLeafLabelList"/>
    <dgm:cxn modelId="{D165897A-DA15-471B-B89D-E0728581DB0E}" type="presParOf" srcId="{5A42BF57-C355-464A-AE85-0762C7D7F7DC}" destId="{811DD921-7629-452F-A992-6C1D86EAD7EB}" srcOrd="4" destOrd="0" presId="urn:microsoft.com/office/officeart/2018/5/layout/IconLeafLabelList"/>
    <dgm:cxn modelId="{D0A68A34-AF84-4970-BF44-8C72332D6196}" type="presParOf" srcId="{811DD921-7629-452F-A992-6C1D86EAD7EB}" destId="{D32701FC-AE5F-4CF0-AAFC-A384C1ECA70A}" srcOrd="0" destOrd="0" presId="urn:microsoft.com/office/officeart/2018/5/layout/IconLeafLabelList"/>
    <dgm:cxn modelId="{293ECD12-1C99-4D69-B829-0A84DA56B31A}" type="presParOf" srcId="{811DD921-7629-452F-A992-6C1D86EAD7EB}" destId="{EFA55586-77B0-4764-8F6F-63CEC63261E2}" srcOrd="1" destOrd="0" presId="urn:microsoft.com/office/officeart/2018/5/layout/IconLeafLabelList"/>
    <dgm:cxn modelId="{CA408764-EFFC-4F8F-BD22-53DB9215715F}" type="presParOf" srcId="{811DD921-7629-452F-A992-6C1D86EAD7EB}" destId="{A53AF2BA-7BBE-4544-B77E-B57240F63961}" srcOrd="2" destOrd="0" presId="urn:microsoft.com/office/officeart/2018/5/layout/IconLeafLabelList"/>
    <dgm:cxn modelId="{1C5410DE-1BFC-4A48-970D-95DE1ADD4D47}" type="presParOf" srcId="{811DD921-7629-452F-A992-6C1D86EAD7EB}" destId="{B9A9FC8A-4306-4CF8-8FAF-EADF3278C89C}" srcOrd="3" destOrd="0" presId="urn:microsoft.com/office/officeart/2018/5/layout/IconLeafLabelList"/>
    <dgm:cxn modelId="{CFAFF00C-D0D7-4E7E-9039-F523440E2D4D}" type="presParOf" srcId="{5A42BF57-C355-464A-AE85-0762C7D7F7DC}" destId="{7A8FBA2B-2CCC-4243-8680-92115C25ABA3}" srcOrd="5" destOrd="0" presId="urn:microsoft.com/office/officeart/2018/5/layout/IconLeafLabelList"/>
    <dgm:cxn modelId="{1E017841-D0AF-48E5-A0D4-4C097E539454}" type="presParOf" srcId="{5A42BF57-C355-464A-AE85-0762C7D7F7DC}" destId="{AAFFEC4B-9871-4332-8FC8-09FB0A900079}" srcOrd="6" destOrd="0" presId="urn:microsoft.com/office/officeart/2018/5/layout/IconLeafLabelList"/>
    <dgm:cxn modelId="{D97E6275-2998-474C-A845-76BDCC6E3977}" type="presParOf" srcId="{AAFFEC4B-9871-4332-8FC8-09FB0A900079}" destId="{54127007-6758-452C-90C0-3510FFF9D2FC}" srcOrd="0" destOrd="0" presId="urn:microsoft.com/office/officeart/2018/5/layout/IconLeafLabelList"/>
    <dgm:cxn modelId="{35DD3500-2BBD-46F4-82C3-E5B995ACC80A}" type="presParOf" srcId="{AAFFEC4B-9871-4332-8FC8-09FB0A900079}" destId="{33121E5B-3058-462E-BC01-0EF606899BD3}" srcOrd="1" destOrd="0" presId="urn:microsoft.com/office/officeart/2018/5/layout/IconLeafLabelList"/>
    <dgm:cxn modelId="{67C45298-500F-4CFB-AC6B-30F8E54F1FC6}" type="presParOf" srcId="{AAFFEC4B-9871-4332-8FC8-09FB0A900079}" destId="{029FC416-C089-4EA1-9C20-871F31114843}" srcOrd="2" destOrd="0" presId="urn:microsoft.com/office/officeart/2018/5/layout/IconLeafLabelList"/>
    <dgm:cxn modelId="{38946A9D-6639-4CE8-9846-BE03DC3A0D10}" type="presParOf" srcId="{AAFFEC4B-9871-4332-8FC8-09FB0A900079}" destId="{121D9B17-ABA0-4AEF-8BBA-7B124FD4F19F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AC47C5-80C3-4767-B7D3-B63AF5BF600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90A9C48-41F3-47D4-8F57-79A4D0F7DEF8}">
      <dgm:prSet/>
      <dgm:spPr/>
      <dgm:t>
        <a:bodyPr/>
        <a:lstStyle/>
        <a:p>
          <a:pPr>
            <a:defRPr cap="all"/>
          </a:pPr>
          <a:r>
            <a:rPr lang="en-US"/>
            <a:t>Started various personal websites</a:t>
          </a:r>
        </a:p>
      </dgm:t>
    </dgm:pt>
    <dgm:pt modelId="{2B34845E-DF77-4990-A327-2F582520426A}" type="parTrans" cxnId="{7E70E8D0-2349-4AA9-88F7-131E3BD8E4B0}">
      <dgm:prSet/>
      <dgm:spPr/>
      <dgm:t>
        <a:bodyPr/>
        <a:lstStyle/>
        <a:p>
          <a:endParaRPr lang="en-US"/>
        </a:p>
      </dgm:t>
    </dgm:pt>
    <dgm:pt modelId="{D64943D2-6900-4AAE-A949-BDFEE5F078BE}" type="sibTrans" cxnId="{7E70E8D0-2349-4AA9-88F7-131E3BD8E4B0}">
      <dgm:prSet/>
      <dgm:spPr/>
      <dgm:t>
        <a:bodyPr/>
        <a:lstStyle/>
        <a:p>
          <a:endParaRPr lang="en-US"/>
        </a:p>
      </dgm:t>
    </dgm:pt>
    <dgm:pt modelId="{E27B6F5A-CA66-4387-A2EB-4B29F82DE326}">
      <dgm:prSet/>
      <dgm:spPr/>
      <dgm:t>
        <a:bodyPr/>
        <a:lstStyle/>
        <a:p>
          <a:pPr>
            <a:defRPr cap="all"/>
          </a:pPr>
          <a:r>
            <a:rPr lang="en-US" dirty="0"/>
            <a:t>Used Python to implement projects since high school</a:t>
          </a:r>
        </a:p>
      </dgm:t>
    </dgm:pt>
    <dgm:pt modelId="{CBFB6773-8F00-48CF-A03D-63765C32C704}" type="parTrans" cxnId="{C3F62909-D612-4D44-9664-9B59ADBEC8A8}">
      <dgm:prSet/>
      <dgm:spPr/>
      <dgm:t>
        <a:bodyPr/>
        <a:lstStyle/>
        <a:p>
          <a:endParaRPr lang="en-US"/>
        </a:p>
      </dgm:t>
    </dgm:pt>
    <dgm:pt modelId="{5AB8536B-6FE6-4202-998B-A4A6F11DAFD1}" type="sibTrans" cxnId="{C3F62909-D612-4D44-9664-9B59ADBEC8A8}">
      <dgm:prSet/>
      <dgm:spPr/>
      <dgm:t>
        <a:bodyPr/>
        <a:lstStyle/>
        <a:p>
          <a:endParaRPr lang="en-US"/>
        </a:p>
      </dgm:t>
    </dgm:pt>
    <dgm:pt modelId="{88B8D4CD-E879-402C-B9B5-716B40B2394C}">
      <dgm:prSet/>
      <dgm:spPr/>
      <dgm:t>
        <a:bodyPr/>
        <a:lstStyle/>
        <a:p>
          <a:pPr>
            <a:defRPr cap="all"/>
          </a:pPr>
          <a:r>
            <a:rPr lang="en-US"/>
            <a:t>Done other relevant school projects using SQL and developing websites</a:t>
          </a:r>
        </a:p>
      </dgm:t>
    </dgm:pt>
    <dgm:pt modelId="{105F22AF-E25A-4990-A237-015FA113686C}" type="parTrans" cxnId="{1E0DEFF1-3149-409C-AB3C-B3E765ABC70B}">
      <dgm:prSet/>
      <dgm:spPr/>
      <dgm:t>
        <a:bodyPr/>
        <a:lstStyle/>
        <a:p>
          <a:endParaRPr lang="en-US"/>
        </a:p>
      </dgm:t>
    </dgm:pt>
    <dgm:pt modelId="{B99F9A7E-E557-4AB4-AC5D-4F4885FF8EC3}" type="sibTrans" cxnId="{1E0DEFF1-3149-409C-AB3C-B3E765ABC70B}">
      <dgm:prSet/>
      <dgm:spPr/>
      <dgm:t>
        <a:bodyPr/>
        <a:lstStyle/>
        <a:p>
          <a:endParaRPr lang="en-US"/>
        </a:p>
      </dgm:t>
    </dgm:pt>
    <dgm:pt modelId="{92077C6A-4F6A-4FB7-8BBF-3D17837018EE}" type="pres">
      <dgm:prSet presAssocID="{17AC47C5-80C3-4767-B7D3-B63AF5BF6000}" presName="root" presStyleCnt="0">
        <dgm:presLayoutVars>
          <dgm:dir/>
          <dgm:resizeHandles val="exact"/>
        </dgm:presLayoutVars>
      </dgm:prSet>
      <dgm:spPr/>
    </dgm:pt>
    <dgm:pt modelId="{8C9E9086-37F1-4335-9667-53A28838A71A}" type="pres">
      <dgm:prSet presAssocID="{A90A9C48-41F3-47D4-8F57-79A4D0F7DEF8}" presName="compNode" presStyleCnt="0"/>
      <dgm:spPr/>
    </dgm:pt>
    <dgm:pt modelId="{3ED0F62F-D9F8-449D-8CBF-37CB94938053}" type="pres">
      <dgm:prSet presAssocID="{A90A9C48-41F3-47D4-8F57-79A4D0F7DEF8}" presName="iconBgRect" presStyleLbl="bgShp" presStyleIdx="0" presStyleCnt="3"/>
      <dgm:spPr/>
    </dgm:pt>
    <dgm:pt modelId="{97A3EC83-1769-4446-9EC1-F9B6AB60CF77}" type="pres">
      <dgm:prSet presAssocID="{A90A9C48-41F3-47D4-8F57-79A4D0F7DEF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864ECD4-CD6E-4DDE-AA49-19FBCD40D990}" type="pres">
      <dgm:prSet presAssocID="{A90A9C48-41F3-47D4-8F57-79A4D0F7DEF8}" presName="spaceRect" presStyleCnt="0"/>
      <dgm:spPr/>
    </dgm:pt>
    <dgm:pt modelId="{252AD464-9CFF-428D-B6EB-DE5092E39E60}" type="pres">
      <dgm:prSet presAssocID="{A90A9C48-41F3-47D4-8F57-79A4D0F7DEF8}" presName="textRect" presStyleLbl="revTx" presStyleIdx="0" presStyleCnt="3">
        <dgm:presLayoutVars>
          <dgm:chMax val="1"/>
          <dgm:chPref val="1"/>
        </dgm:presLayoutVars>
      </dgm:prSet>
      <dgm:spPr/>
    </dgm:pt>
    <dgm:pt modelId="{ADD50884-938C-4481-955A-E14BC449FEEE}" type="pres">
      <dgm:prSet presAssocID="{D64943D2-6900-4AAE-A949-BDFEE5F078BE}" presName="sibTrans" presStyleCnt="0"/>
      <dgm:spPr/>
    </dgm:pt>
    <dgm:pt modelId="{1D7B1E77-5B11-4C42-A0FE-F42CCD661535}" type="pres">
      <dgm:prSet presAssocID="{E27B6F5A-CA66-4387-A2EB-4B29F82DE326}" presName="compNode" presStyleCnt="0"/>
      <dgm:spPr/>
    </dgm:pt>
    <dgm:pt modelId="{7E0EC1F0-FE07-4BC0-B9E4-28E3C2663A2D}" type="pres">
      <dgm:prSet presAssocID="{E27B6F5A-CA66-4387-A2EB-4B29F82DE326}" presName="iconBgRect" presStyleLbl="bgShp" presStyleIdx="1" presStyleCnt="3"/>
      <dgm:spPr/>
    </dgm:pt>
    <dgm:pt modelId="{342A3EF6-F260-4666-9BFC-4C953FA7C308}" type="pres">
      <dgm:prSet presAssocID="{E27B6F5A-CA66-4387-A2EB-4B29F82DE32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E0DA89A-3347-4BE4-8E23-37A9DF8B13C7}" type="pres">
      <dgm:prSet presAssocID="{E27B6F5A-CA66-4387-A2EB-4B29F82DE326}" presName="spaceRect" presStyleCnt="0"/>
      <dgm:spPr/>
    </dgm:pt>
    <dgm:pt modelId="{233B6D42-07A2-4769-B875-074F88B047F9}" type="pres">
      <dgm:prSet presAssocID="{E27B6F5A-CA66-4387-A2EB-4B29F82DE326}" presName="textRect" presStyleLbl="revTx" presStyleIdx="1" presStyleCnt="3">
        <dgm:presLayoutVars>
          <dgm:chMax val="1"/>
          <dgm:chPref val="1"/>
        </dgm:presLayoutVars>
      </dgm:prSet>
      <dgm:spPr/>
    </dgm:pt>
    <dgm:pt modelId="{C4ECE244-1CCA-4AE0-946B-50F4A954D9BE}" type="pres">
      <dgm:prSet presAssocID="{5AB8536B-6FE6-4202-998B-A4A6F11DAFD1}" presName="sibTrans" presStyleCnt="0"/>
      <dgm:spPr/>
    </dgm:pt>
    <dgm:pt modelId="{D391C235-314A-4D33-B028-FA343896B866}" type="pres">
      <dgm:prSet presAssocID="{88B8D4CD-E879-402C-B9B5-716B40B2394C}" presName="compNode" presStyleCnt="0"/>
      <dgm:spPr/>
    </dgm:pt>
    <dgm:pt modelId="{D376C6C4-429F-40B3-A353-AB471821F997}" type="pres">
      <dgm:prSet presAssocID="{88B8D4CD-E879-402C-B9B5-716B40B2394C}" presName="iconBgRect" presStyleLbl="bgShp" presStyleIdx="2" presStyleCnt="3"/>
      <dgm:spPr/>
    </dgm:pt>
    <dgm:pt modelId="{9AD3A825-FD97-480E-AA0C-C80BA49FF8D8}" type="pres">
      <dgm:prSet presAssocID="{88B8D4CD-E879-402C-B9B5-716B40B2394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4192476-4419-4AA2-9A73-7F326A3CEE22}" type="pres">
      <dgm:prSet presAssocID="{88B8D4CD-E879-402C-B9B5-716B40B2394C}" presName="spaceRect" presStyleCnt="0"/>
      <dgm:spPr/>
    </dgm:pt>
    <dgm:pt modelId="{28D41A0D-8349-4E9B-8E25-F72994FFE628}" type="pres">
      <dgm:prSet presAssocID="{88B8D4CD-E879-402C-B9B5-716B40B2394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3F62909-D612-4D44-9664-9B59ADBEC8A8}" srcId="{17AC47C5-80C3-4767-B7D3-B63AF5BF6000}" destId="{E27B6F5A-CA66-4387-A2EB-4B29F82DE326}" srcOrd="1" destOrd="0" parTransId="{CBFB6773-8F00-48CF-A03D-63765C32C704}" sibTransId="{5AB8536B-6FE6-4202-998B-A4A6F11DAFD1}"/>
    <dgm:cxn modelId="{1F950D3C-0B9B-48FA-A474-C83F9C5FF451}" type="presOf" srcId="{17AC47C5-80C3-4767-B7D3-B63AF5BF6000}" destId="{92077C6A-4F6A-4FB7-8BBF-3D17837018EE}" srcOrd="0" destOrd="0" presId="urn:microsoft.com/office/officeart/2018/5/layout/IconCircleLabelList"/>
    <dgm:cxn modelId="{94E76F3F-AD16-4EF6-B0FC-AFCBF091F7CB}" type="presOf" srcId="{A90A9C48-41F3-47D4-8F57-79A4D0F7DEF8}" destId="{252AD464-9CFF-428D-B6EB-DE5092E39E60}" srcOrd="0" destOrd="0" presId="urn:microsoft.com/office/officeart/2018/5/layout/IconCircleLabelList"/>
    <dgm:cxn modelId="{136DA053-75B1-4431-926F-572DCADDDC0D}" type="presOf" srcId="{E27B6F5A-CA66-4387-A2EB-4B29F82DE326}" destId="{233B6D42-07A2-4769-B875-074F88B047F9}" srcOrd="0" destOrd="0" presId="urn:microsoft.com/office/officeart/2018/5/layout/IconCircleLabelList"/>
    <dgm:cxn modelId="{387376AA-4F2D-4BB0-877E-01C217F19F5B}" type="presOf" srcId="{88B8D4CD-E879-402C-B9B5-716B40B2394C}" destId="{28D41A0D-8349-4E9B-8E25-F72994FFE628}" srcOrd="0" destOrd="0" presId="urn:microsoft.com/office/officeart/2018/5/layout/IconCircleLabelList"/>
    <dgm:cxn modelId="{7E70E8D0-2349-4AA9-88F7-131E3BD8E4B0}" srcId="{17AC47C5-80C3-4767-B7D3-B63AF5BF6000}" destId="{A90A9C48-41F3-47D4-8F57-79A4D0F7DEF8}" srcOrd="0" destOrd="0" parTransId="{2B34845E-DF77-4990-A327-2F582520426A}" sibTransId="{D64943D2-6900-4AAE-A949-BDFEE5F078BE}"/>
    <dgm:cxn modelId="{1E0DEFF1-3149-409C-AB3C-B3E765ABC70B}" srcId="{17AC47C5-80C3-4767-B7D3-B63AF5BF6000}" destId="{88B8D4CD-E879-402C-B9B5-716B40B2394C}" srcOrd="2" destOrd="0" parTransId="{105F22AF-E25A-4990-A237-015FA113686C}" sibTransId="{B99F9A7E-E557-4AB4-AC5D-4F4885FF8EC3}"/>
    <dgm:cxn modelId="{BDDA1987-A496-4005-AF47-3F4A5E5B2608}" type="presParOf" srcId="{92077C6A-4F6A-4FB7-8BBF-3D17837018EE}" destId="{8C9E9086-37F1-4335-9667-53A28838A71A}" srcOrd="0" destOrd="0" presId="urn:microsoft.com/office/officeart/2018/5/layout/IconCircleLabelList"/>
    <dgm:cxn modelId="{E6A86C19-E137-4620-8C54-DC5554173FB0}" type="presParOf" srcId="{8C9E9086-37F1-4335-9667-53A28838A71A}" destId="{3ED0F62F-D9F8-449D-8CBF-37CB94938053}" srcOrd="0" destOrd="0" presId="urn:microsoft.com/office/officeart/2018/5/layout/IconCircleLabelList"/>
    <dgm:cxn modelId="{65C1CB10-F436-42E8-A2AD-FC28AB419C7D}" type="presParOf" srcId="{8C9E9086-37F1-4335-9667-53A28838A71A}" destId="{97A3EC83-1769-4446-9EC1-F9B6AB60CF77}" srcOrd="1" destOrd="0" presId="urn:microsoft.com/office/officeart/2018/5/layout/IconCircleLabelList"/>
    <dgm:cxn modelId="{775DA0B2-4CB6-4E74-91C5-D1FF0F0551C7}" type="presParOf" srcId="{8C9E9086-37F1-4335-9667-53A28838A71A}" destId="{5864ECD4-CD6E-4DDE-AA49-19FBCD40D990}" srcOrd="2" destOrd="0" presId="urn:microsoft.com/office/officeart/2018/5/layout/IconCircleLabelList"/>
    <dgm:cxn modelId="{BB08A5C8-2D24-406B-A842-D208D5787E95}" type="presParOf" srcId="{8C9E9086-37F1-4335-9667-53A28838A71A}" destId="{252AD464-9CFF-428D-B6EB-DE5092E39E60}" srcOrd="3" destOrd="0" presId="urn:microsoft.com/office/officeart/2018/5/layout/IconCircleLabelList"/>
    <dgm:cxn modelId="{45A3EC02-6316-4614-8FC8-75493153F532}" type="presParOf" srcId="{92077C6A-4F6A-4FB7-8BBF-3D17837018EE}" destId="{ADD50884-938C-4481-955A-E14BC449FEEE}" srcOrd="1" destOrd="0" presId="urn:microsoft.com/office/officeart/2018/5/layout/IconCircleLabelList"/>
    <dgm:cxn modelId="{FAEBA43A-E668-485F-A54D-B8C38133983F}" type="presParOf" srcId="{92077C6A-4F6A-4FB7-8BBF-3D17837018EE}" destId="{1D7B1E77-5B11-4C42-A0FE-F42CCD661535}" srcOrd="2" destOrd="0" presId="urn:microsoft.com/office/officeart/2018/5/layout/IconCircleLabelList"/>
    <dgm:cxn modelId="{07104B1E-6F17-4CB1-9EE0-1AC8309D7AD7}" type="presParOf" srcId="{1D7B1E77-5B11-4C42-A0FE-F42CCD661535}" destId="{7E0EC1F0-FE07-4BC0-B9E4-28E3C2663A2D}" srcOrd="0" destOrd="0" presId="urn:microsoft.com/office/officeart/2018/5/layout/IconCircleLabelList"/>
    <dgm:cxn modelId="{39562AE3-6443-4BA3-8072-6108F9FE5084}" type="presParOf" srcId="{1D7B1E77-5B11-4C42-A0FE-F42CCD661535}" destId="{342A3EF6-F260-4666-9BFC-4C953FA7C308}" srcOrd="1" destOrd="0" presId="urn:microsoft.com/office/officeart/2018/5/layout/IconCircleLabelList"/>
    <dgm:cxn modelId="{1D316290-A2CB-4ABF-9788-44696668F116}" type="presParOf" srcId="{1D7B1E77-5B11-4C42-A0FE-F42CCD661535}" destId="{3E0DA89A-3347-4BE4-8E23-37A9DF8B13C7}" srcOrd="2" destOrd="0" presId="urn:microsoft.com/office/officeart/2018/5/layout/IconCircleLabelList"/>
    <dgm:cxn modelId="{A3FC5363-87B4-47CE-8BF9-FCF543680D18}" type="presParOf" srcId="{1D7B1E77-5B11-4C42-A0FE-F42CCD661535}" destId="{233B6D42-07A2-4769-B875-074F88B047F9}" srcOrd="3" destOrd="0" presId="urn:microsoft.com/office/officeart/2018/5/layout/IconCircleLabelList"/>
    <dgm:cxn modelId="{A5B673ED-AECE-41B7-8094-8A4AE653D6D5}" type="presParOf" srcId="{92077C6A-4F6A-4FB7-8BBF-3D17837018EE}" destId="{C4ECE244-1CCA-4AE0-946B-50F4A954D9BE}" srcOrd="3" destOrd="0" presId="urn:microsoft.com/office/officeart/2018/5/layout/IconCircleLabelList"/>
    <dgm:cxn modelId="{0DF77908-069A-4F3F-946B-D50B0C8193D6}" type="presParOf" srcId="{92077C6A-4F6A-4FB7-8BBF-3D17837018EE}" destId="{D391C235-314A-4D33-B028-FA343896B866}" srcOrd="4" destOrd="0" presId="urn:microsoft.com/office/officeart/2018/5/layout/IconCircleLabelList"/>
    <dgm:cxn modelId="{51BB7207-F888-4223-8591-4A4C1F734F31}" type="presParOf" srcId="{D391C235-314A-4D33-B028-FA343896B866}" destId="{D376C6C4-429F-40B3-A353-AB471821F997}" srcOrd="0" destOrd="0" presId="urn:microsoft.com/office/officeart/2018/5/layout/IconCircleLabelList"/>
    <dgm:cxn modelId="{11695287-DC74-471F-AC76-353D7A2909B8}" type="presParOf" srcId="{D391C235-314A-4D33-B028-FA343896B866}" destId="{9AD3A825-FD97-480E-AA0C-C80BA49FF8D8}" srcOrd="1" destOrd="0" presId="urn:microsoft.com/office/officeart/2018/5/layout/IconCircleLabelList"/>
    <dgm:cxn modelId="{420762B2-7741-44D2-A4D8-CFBE530991CD}" type="presParOf" srcId="{D391C235-314A-4D33-B028-FA343896B866}" destId="{D4192476-4419-4AA2-9A73-7F326A3CEE22}" srcOrd="2" destOrd="0" presId="urn:microsoft.com/office/officeart/2018/5/layout/IconCircleLabelList"/>
    <dgm:cxn modelId="{3B845F52-47F0-4A99-B483-23EDF5968792}" type="presParOf" srcId="{D391C235-314A-4D33-B028-FA343896B866}" destId="{28D41A0D-8349-4E9B-8E25-F72994FFE62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718913-9125-47D6-A1E6-263736D0FD2D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E68624F-0323-4431-A3D2-BD6CAED5EF56}">
      <dgm:prSet/>
      <dgm:spPr/>
      <dgm:t>
        <a:bodyPr/>
        <a:lstStyle/>
        <a:p>
          <a:r>
            <a:rPr lang="en-US"/>
            <a:t>Account creation and authentication </a:t>
          </a:r>
        </a:p>
      </dgm:t>
    </dgm:pt>
    <dgm:pt modelId="{BC86CC21-B93C-42D8-98F8-CF63CAFEF6A3}" type="parTrans" cxnId="{A2B5A484-FCCE-4076-8665-5638DB8C8D80}">
      <dgm:prSet/>
      <dgm:spPr/>
      <dgm:t>
        <a:bodyPr/>
        <a:lstStyle/>
        <a:p>
          <a:endParaRPr lang="en-US"/>
        </a:p>
      </dgm:t>
    </dgm:pt>
    <dgm:pt modelId="{CB2C80C0-A515-4DE0-B205-0876A2A4E858}" type="sibTrans" cxnId="{A2B5A484-FCCE-4076-8665-5638DB8C8D80}">
      <dgm:prSet/>
      <dgm:spPr/>
      <dgm:t>
        <a:bodyPr/>
        <a:lstStyle/>
        <a:p>
          <a:endParaRPr lang="en-US"/>
        </a:p>
      </dgm:t>
    </dgm:pt>
    <dgm:pt modelId="{E633F5A3-7D29-42F4-BC6C-486BF87154E7}">
      <dgm:prSet/>
      <dgm:spPr/>
      <dgm:t>
        <a:bodyPr/>
        <a:lstStyle/>
        <a:p>
          <a:r>
            <a:rPr lang="en-US"/>
            <a:t>Working API</a:t>
          </a:r>
        </a:p>
      </dgm:t>
    </dgm:pt>
    <dgm:pt modelId="{703A99B1-B35D-4F68-A0EE-F19CA1F896F1}" type="parTrans" cxnId="{3E9DDEE7-043A-457E-99F4-AF3F16947950}">
      <dgm:prSet/>
      <dgm:spPr/>
      <dgm:t>
        <a:bodyPr/>
        <a:lstStyle/>
        <a:p>
          <a:endParaRPr lang="en-US"/>
        </a:p>
      </dgm:t>
    </dgm:pt>
    <dgm:pt modelId="{7B364BDB-502E-4D67-BC8D-67BF626489A9}" type="sibTrans" cxnId="{3E9DDEE7-043A-457E-99F4-AF3F16947950}">
      <dgm:prSet/>
      <dgm:spPr/>
      <dgm:t>
        <a:bodyPr/>
        <a:lstStyle/>
        <a:p>
          <a:endParaRPr lang="en-US"/>
        </a:p>
      </dgm:t>
    </dgm:pt>
    <dgm:pt modelId="{B632B014-9041-41CC-9223-B5BEDF33B922}">
      <dgm:prSet/>
      <dgm:spPr/>
      <dgm:t>
        <a:bodyPr/>
        <a:lstStyle/>
        <a:p>
          <a:r>
            <a:rPr lang="en-US" dirty="0"/>
            <a:t>Comment boxes for users to comment on a product</a:t>
          </a:r>
        </a:p>
      </dgm:t>
    </dgm:pt>
    <dgm:pt modelId="{0A0C2A5B-EA98-47FB-99CC-E6414F398BAD}" type="parTrans" cxnId="{023AC0D9-E12E-4792-B35E-4512E2E64167}">
      <dgm:prSet/>
      <dgm:spPr/>
      <dgm:t>
        <a:bodyPr/>
        <a:lstStyle/>
        <a:p>
          <a:endParaRPr lang="en-US"/>
        </a:p>
      </dgm:t>
    </dgm:pt>
    <dgm:pt modelId="{34321026-3370-4A1D-9C46-B46BE8CC80F4}" type="sibTrans" cxnId="{023AC0D9-E12E-4792-B35E-4512E2E64167}">
      <dgm:prSet/>
      <dgm:spPr/>
      <dgm:t>
        <a:bodyPr/>
        <a:lstStyle/>
        <a:p>
          <a:endParaRPr lang="en-US"/>
        </a:p>
      </dgm:t>
    </dgm:pt>
    <dgm:pt modelId="{82586ABC-B433-44A9-AFFA-A1C64EC61A5B}">
      <dgm:prSet/>
      <dgm:spPr/>
      <dgm:t>
        <a:bodyPr/>
        <a:lstStyle/>
        <a:p>
          <a:r>
            <a:rPr lang="en-US"/>
            <a:t>Basic product information button click to see product information</a:t>
          </a:r>
        </a:p>
      </dgm:t>
    </dgm:pt>
    <dgm:pt modelId="{01967A58-0B26-47AF-AE69-5BDC6466912B}" type="parTrans" cxnId="{EEB6B95A-B073-45CD-9DD9-13C4338526D9}">
      <dgm:prSet/>
      <dgm:spPr/>
      <dgm:t>
        <a:bodyPr/>
        <a:lstStyle/>
        <a:p>
          <a:endParaRPr lang="en-US"/>
        </a:p>
      </dgm:t>
    </dgm:pt>
    <dgm:pt modelId="{C1D20522-2057-4434-BA19-B74CA8F66FAE}" type="sibTrans" cxnId="{EEB6B95A-B073-45CD-9DD9-13C4338526D9}">
      <dgm:prSet/>
      <dgm:spPr/>
      <dgm:t>
        <a:bodyPr/>
        <a:lstStyle/>
        <a:p>
          <a:endParaRPr lang="en-US"/>
        </a:p>
      </dgm:t>
    </dgm:pt>
    <dgm:pt modelId="{E0ED2482-0247-4861-B96F-5F77E2E83259}">
      <dgm:prSet/>
      <dgm:spPr/>
      <dgm:t>
        <a:bodyPr/>
        <a:lstStyle/>
        <a:p>
          <a:r>
            <a:rPr lang="en-US"/>
            <a:t>Algorithm that recommends products to user based of what they previously viewed</a:t>
          </a:r>
        </a:p>
      </dgm:t>
    </dgm:pt>
    <dgm:pt modelId="{35717AD5-2A14-4668-8DDC-92D990243C1D}" type="parTrans" cxnId="{92F48F3B-3677-4652-912C-2027E0DF6E07}">
      <dgm:prSet/>
      <dgm:spPr/>
      <dgm:t>
        <a:bodyPr/>
        <a:lstStyle/>
        <a:p>
          <a:endParaRPr lang="en-US"/>
        </a:p>
      </dgm:t>
    </dgm:pt>
    <dgm:pt modelId="{C22A9076-2E09-4985-96EA-064AEE632FFC}" type="sibTrans" cxnId="{92F48F3B-3677-4652-912C-2027E0DF6E07}">
      <dgm:prSet/>
      <dgm:spPr/>
      <dgm:t>
        <a:bodyPr/>
        <a:lstStyle/>
        <a:p>
          <a:endParaRPr lang="en-US"/>
        </a:p>
      </dgm:t>
    </dgm:pt>
    <dgm:pt modelId="{6579293E-00ED-40E7-8E9E-0EF7D9ED89B6}" type="pres">
      <dgm:prSet presAssocID="{BF718913-9125-47D6-A1E6-263736D0FD2D}" presName="outerComposite" presStyleCnt="0">
        <dgm:presLayoutVars>
          <dgm:chMax val="5"/>
          <dgm:dir/>
          <dgm:resizeHandles val="exact"/>
        </dgm:presLayoutVars>
      </dgm:prSet>
      <dgm:spPr/>
    </dgm:pt>
    <dgm:pt modelId="{AD9FE60B-07B2-41E6-81BF-FA631874C56D}" type="pres">
      <dgm:prSet presAssocID="{BF718913-9125-47D6-A1E6-263736D0FD2D}" presName="dummyMaxCanvas" presStyleCnt="0">
        <dgm:presLayoutVars/>
      </dgm:prSet>
      <dgm:spPr/>
    </dgm:pt>
    <dgm:pt modelId="{84496515-CCA1-4CD7-B483-AF4848C96170}" type="pres">
      <dgm:prSet presAssocID="{BF718913-9125-47D6-A1E6-263736D0FD2D}" presName="FiveNodes_1" presStyleLbl="node1" presStyleIdx="0" presStyleCnt="5">
        <dgm:presLayoutVars>
          <dgm:bulletEnabled val="1"/>
        </dgm:presLayoutVars>
      </dgm:prSet>
      <dgm:spPr/>
    </dgm:pt>
    <dgm:pt modelId="{05887D3A-5648-4EF2-B31F-56AF1022945A}" type="pres">
      <dgm:prSet presAssocID="{BF718913-9125-47D6-A1E6-263736D0FD2D}" presName="FiveNodes_2" presStyleLbl="node1" presStyleIdx="1" presStyleCnt="5">
        <dgm:presLayoutVars>
          <dgm:bulletEnabled val="1"/>
        </dgm:presLayoutVars>
      </dgm:prSet>
      <dgm:spPr/>
    </dgm:pt>
    <dgm:pt modelId="{2AD1236A-5300-4D22-BBB9-6656B9BC626F}" type="pres">
      <dgm:prSet presAssocID="{BF718913-9125-47D6-A1E6-263736D0FD2D}" presName="FiveNodes_3" presStyleLbl="node1" presStyleIdx="2" presStyleCnt="5">
        <dgm:presLayoutVars>
          <dgm:bulletEnabled val="1"/>
        </dgm:presLayoutVars>
      </dgm:prSet>
      <dgm:spPr/>
    </dgm:pt>
    <dgm:pt modelId="{9B660B2D-BC22-4FFC-8082-51CCE9463531}" type="pres">
      <dgm:prSet presAssocID="{BF718913-9125-47D6-A1E6-263736D0FD2D}" presName="FiveNodes_4" presStyleLbl="node1" presStyleIdx="3" presStyleCnt="5">
        <dgm:presLayoutVars>
          <dgm:bulletEnabled val="1"/>
        </dgm:presLayoutVars>
      </dgm:prSet>
      <dgm:spPr/>
    </dgm:pt>
    <dgm:pt modelId="{63CFF69E-9C2E-4749-B52C-9EBC3BA3538B}" type="pres">
      <dgm:prSet presAssocID="{BF718913-9125-47D6-A1E6-263736D0FD2D}" presName="FiveNodes_5" presStyleLbl="node1" presStyleIdx="4" presStyleCnt="5">
        <dgm:presLayoutVars>
          <dgm:bulletEnabled val="1"/>
        </dgm:presLayoutVars>
      </dgm:prSet>
      <dgm:spPr/>
    </dgm:pt>
    <dgm:pt modelId="{531158BA-75DA-4F50-B759-15494A92ACCA}" type="pres">
      <dgm:prSet presAssocID="{BF718913-9125-47D6-A1E6-263736D0FD2D}" presName="FiveConn_1-2" presStyleLbl="fgAccFollowNode1" presStyleIdx="0" presStyleCnt="4">
        <dgm:presLayoutVars>
          <dgm:bulletEnabled val="1"/>
        </dgm:presLayoutVars>
      </dgm:prSet>
      <dgm:spPr/>
    </dgm:pt>
    <dgm:pt modelId="{C57F282D-1062-4090-92C0-2C8EE44A024D}" type="pres">
      <dgm:prSet presAssocID="{BF718913-9125-47D6-A1E6-263736D0FD2D}" presName="FiveConn_2-3" presStyleLbl="fgAccFollowNode1" presStyleIdx="1" presStyleCnt="4">
        <dgm:presLayoutVars>
          <dgm:bulletEnabled val="1"/>
        </dgm:presLayoutVars>
      </dgm:prSet>
      <dgm:spPr/>
    </dgm:pt>
    <dgm:pt modelId="{B07BE4E5-3073-4D13-A683-339122BACDF1}" type="pres">
      <dgm:prSet presAssocID="{BF718913-9125-47D6-A1E6-263736D0FD2D}" presName="FiveConn_3-4" presStyleLbl="fgAccFollowNode1" presStyleIdx="2" presStyleCnt="4">
        <dgm:presLayoutVars>
          <dgm:bulletEnabled val="1"/>
        </dgm:presLayoutVars>
      </dgm:prSet>
      <dgm:spPr/>
    </dgm:pt>
    <dgm:pt modelId="{2D902196-D800-4793-8B60-7F0B1F1F58E7}" type="pres">
      <dgm:prSet presAssocID="{BF718913-9125-47D6-A1E6-263736D0FD2D}" presName="FiveConn_4-5" presStyleLbl="fgAccFollowNode1" presStyleIdx="3" presStyleCnt="4">
        <dgm:presLayoutVars>
          <dgm:bulletEnabled val="1"/>
        </dgm:presLayoutVars>
      </dgm:prSet>
      <dgm:spPr/>
    </dgm:pt>
    <dgm:pt modelId="{09831C7F-F6FA-435F-8155-F01FCDCFEFD6}" type="pres">
      <dgm:prSet presAssocID="{BF718913-9125-47D6-A1E6-263736D0FD2D}" presName="FiveNodes_1_text" presStyleLbl="node1" presStyleIdx="4" presStyleCnt="5">
        <dgm:presLayoutVars>
          <dgm:bulletEnabled val="1"/>
        </dgm:presLayoutVars>
      </dgm:prSet>
      <dgm:spPr/>
    </dgm:pt>
    <dgm:pt modelId="{106844F9-3E1A-4B59-AB39-4BAF81FCBC05}" type="pres">
      <dgm:prSet presAssocID="{BF718913-9125-47D6-A1E6-263736D0FD2D}" presName="FiveNodes_2_text" presStyleLbl="node1" presStyleIdx="4" presStyleCnt="5">
        <dgm:presLayoutVars>
          <dgm:bulletEnabled val="1"/>
        </dgm:presLayoutVars>
      </dgm:prSet>
      <dgm:spPr/>
    </dgm:pt>
    <dgm:pt modelId="{F0498C17-6D0A-4C3C-B51B-5364A4BF64DE}" type="pres">
      <dgm:prSet presAssocID="{BF718913-9125-47D6-A1E6-263736D0FD2D}" presName="FiveNodes_3_text" presStyleLbl="node1" presStyleIdx="4" presStyleCnt="5">
        <dgm:presLayoutVars>
          <dgm:bulletEnabled val="1"/>
        </dgm:presLayoutVars>
      </dgm:prSet>
      <dgm:spPr/>
    </dgm:pt>
    <dgm:pt modelId="{C350231E-A9E4-4947-B19D-F3B29C95C1C9}" type="pres">
      <dgm:prSet presAssocID="{BF718913-9125-47D6-A1E6-263736D0FD2D}" presName="FiveNodes_4_text" presStyleLbl="node1" presStyleIdx="4" presStyleCnt="5">
        <dgm:presLayoutVars>
          <dgm:bulletEnabled val="1"/>
        </dgm:presLayoutVars>
      </dgm:prSet>
      <dgm:spPr/>
    </dgm:pt>
    <dgm:pt modelId="{6E82AFF2-D6DA-4D12-A2B6-229BE88B7692}" type="pres">
      <dgm:prSet presAssocID="{BF718913-9125-47D6-A1E6-263736D0FD2D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02388003-2ECC-436A-9CD5-8000D64A7C9F}" type="presOf" srcId="{B632B014-9041-41CC-9223-B5BEDF33B922}" destId="{2AD1236A-5300-4D22-BBB9-6656B9BC626F}" srcOrd="0" destOrd="0" presId="urn:microsoft.com/office/officeart/2005/8/layout/vProcess5"/>
    <dgm:cxn modelId="{BA7D3330-82CF-4E4F-A92B-E6BD95A3A55B}" type="presOf" srcId="{C1D20522-2057-4434-BA19-B74CA8F66FAE}" destId="{2D902196-D800-4793-8B60-7F0B1F1F58E7}" srcOrd="0" destOrd="0" presId="urn:microsoft.com/office/officeart/2005/8/layout/vProcess5"/>
    <dgm:cxn modelId="{9BC25D3A-208A-417D-8E97-8E9BCC0F7C40}" type="presOf" srcId="{82586ABC-B433-44A9-AFFA-A1C64EC61A5B}" destId="{C350231E-A9E4-4947-B19D-F3B29C95C1C9}" srcOrd="1" destOrd="0" presId="urn:microsoft.com/office/officeart/2005/8/layout/vProcess5"/>
    <dgm:cxn modelId="{92F48F3B-3677-4652-912C-2027E0DF6E07}" srcId="{BF718913-9125-47D6-A1E6-263736D0FD2D}" destId="{E0ED2482-0247-4861-B96F-5F77E2E83259}" srcOrd="4" destOrd="0" parTransId="{35717AD5-2A14-4668-8DDC-92D990243C1D}" sibTransId="{C22A9076-2E09-4985-96EA-064AEE632FFC}"/>
    <dgm:cxn modelId="{2A6FA643-5863-428C-82C0-432CED1B0FB1}" type="presOf" srcId="{9E68624F-0323-4431-A3D2-BD6CAED5EF56}" destId="{09831C7F-F6FA-435F-8155-F01FCDCFEFD6}" srcOrd="1" destOrd="0" presId="urn:microsoft.com/office/officeart/2005/8/layout/vProcess5"/>
    <dgm:cxn modelId="{21BEF04B-CB15-4CE4-8216-C87EC4C4CDEA}" type="presOf" srcId="{B632B014-9041-41CC-9223-B5BEDF33B922}" destId="{F0498C17-6D0A-4C3C-B51B-5364A4BF64DE}" srcOrd="1" destOrd="0" presId="urn:microsoft.com/office/officeart/2005/8/layout/vProcess5"/>
    <dgm:cxn modelId="{27EAC653-AA1B-4146-A478-D8A578A64B5E}" type="presOf" srcId="{CB2C80C0-A515-4DE0-B205-0876A2A4E858}" destId="{531158BA-75DA-4F50-B759-15494A92ACCA}" srcOrd="0" destOrd="0" presId="urn:microsoft.com/office/officeart/2005/8/layout/vProcess5"/>
    <dgm:cxn modelId="{F9DA4D74-72FB-4295-A175-6F6CB71D73B5}" type="presOf" srcId="{E633F5A3-7D29-42F4-BC6C-486BF87154E7}" destId="{106844F9-3E1A-4B59-AB39-4BAF81FCBC05}" srcOrd="1" destOrd="0" presId="urn:microsoft.com/office/officeart/2005/8/layout/vProcess5"/>
    <dgm:cxn modelId="{EEB6B95A-B073-45CD-9DD9-13C4338526D9}" srcId="{BF718913-9125-47D6-A1E6-263736D0FD2D}" destId="{82586ABC-B433-44A9-AFFA-A1C64EC61A5B}" srcOrd="3" destOrd="0" parTransId="{01967A58-0B26-47AF-AE69-5BDC6466912B}" sibTransId="{C1D20522-2057-4434-BA19-B74CA8F66FAE}"/>
    <dgm:cxn modelId="{A2B5A484-FCCE-4076-8665-5638DB8C8D80}" srcId="{BF718913-9125-47D6-A1E6-263736D0FD2D}" destId="{9E68624F-0323-4431-A3D2-BD6CAED5EF56}" srcOrd="0" destOrd="0" parTransId="{BC86CC21-B93C-42D8-98F8-CF63CAFEF6A3}" sibTransId="{CB2C80C0-A515-4DE0-B205-0876A2A4E858}"/>
    <dgm:cxn modelId="{84349E95-C887-4E60-A037-ED92AC91867B}" type="presOf" srcId="{7B364BDB-502E-4D67-BC8D-67BF626489A9}" destId="{C57F282D-1062-4090-92C0-2C8EE44A024D}" srcOrd="0" destOrd="0" presId="urn:microsoft.com/office/officeart/2005/8/layout/vProcess5"/>
    <dgm:cxn modelId="{D7F7ECAC-7C76-4B1C-B719-70FFC33FC0D5}" type="presOf" srcId="{82586ABC-B433-44A9-AFFA-A1C64EC61A5B}" destId="{9B660B2D-BC22-4FFC-8082-51CCE9463531}" srcOrd="0" destOrd="0" presId="urn:microsoft.com/office/officeart/2005/8/layout/vProcess5"/>
    <dgm:cxn modelId="{56CD1FBA-351F-4942-A879-BF58DCF2A902}" type="presOf" srcId="{E0ED2482-0247-4861-B96F-5F77E2E83259}" destId="{63CFF69E-9C2E-4749-B52C-9EBC3BA3538B}" srcOrd="0" destOrd="0" presId="urn:microsoft.com/office/officeart/2005/8/layout/vProcess5"/>
    <dgm:cxn modelId="{EA7A9BC4-F1F2-4B9E-AF4A-6B59C85E51CB}" type="presOf" srcId="{E633F5A3-7D29-42F4-BC6C-486BF87154E7}" destId="{05887D3A-5648-4EF2-B31F-56AF1022945A}" srcOrd="0" destOrd="0" presId="urn:microsoft.com/office/officeart/2005/8/layout/vProcess5"/>
    <dgm:cxn modelId="{7DB9CACB-2B72-461B-BC0B-30F68409657E}" type="presOf" srcId="{BF718913-9125-47D6-A1E6-263736D0FD2D}" destId="{6579293E-00ED-40E7-8E9E-0EF7D9ED89B6}" srcOrd="0" destOrd="0" presId="urn:microsoft.com/office/officeart/2005/8/layout/vProcess5"/>
    <dgm:cxn modelId="{023AC0D9-E12E-4792-B35E-4512E2E64167}" srcId="{BF718913-9125-47D6-A1E6-263736D0FD2D}" destId="{B632B014-9041-41CC-9223-B5BEDF33B922}" srcOrd="2" destOrd="0" parTransId="{0A0C2A5B-EA98-47FB-99CC-E6414F398BAD}" sibTransId="{34321026-3370-4A1D-9C46-B46BE8CC80F4}"/>
    <dgm:cxn modelId="{3E9DDEE7-043A-457E-99F4-AF3F16947950}" srcId="{BF718913-9125-47D6-A1E6-263736D0FD2D}" destId="{E633F5A3-7D29-42F4-BC6C-486BF87154E7}" srcOrd="1" destOrd="0" parTransId="{703A99B1-B35D-4F68-A0EE-F19CA1F896F1}" sibTransId="{7B364BDB-502E-4D67-BC8D-67BF626489A9}"/>
    <dgm:cxn modelId="{8358FAEF-A7E3-4B1E-A720-5BB2540A70D8}" type="presOf" srcId="{E0ED2482-0247-4861-B96F-5F77E2E83259}" destId="{6E82AFF2-D6DA-4D12-A2B6-229BE88B7692}" srcOrd="1" destOrd="0" presId="urn:microsoft.com/office/officeart/2005/8/layout/vProcess5"/>
    <dgm:cxn modelId="{8CE5D0F1-44F4-4830-B160-782830F1D873}" type="presOf" srcId="{9E68624F-0323-4431-A3D2-BD6CAED5EF56}" destId="{84496515-CCA1-4CD7-B483-AF4848C96170}" srcOrd="0" destOrd="0" presId="urn:microsoft.com/office/officeart/2005/8/layout/vProcess5"/>
    <dgm:cxn modelId="{64B964FE-7BB3-4B00-A01C-78D1058F2B69}" type="presOf" srcId="{34321026-3370-4A1D-9C46-B46BE8CC80F4}" destId="{B07BE4E5-3073-4D13-A683-339122BACDF1}" srcOrd="0" destOrd="0" presId="urn:microsoft.com/office/officeart/2005/8/layout/vProcess5"/>
    <dgm:cxn modelId="{821BDD83-4DF4-4B66-AD12-A4CA8E0C92A5}" type="presParOf" srcId="{6579293E-00ED-40E7-8E9E-0EF7D9ED89B6}" destId="{AD9FE60B-07B2-41E6-81BF-FA631874C56D}" srcOrd="0" destOrd="0" presId="urn:microsoft.com/office/officeart/2005/8/layout/vProcess5"/>
    <dgm:cxn modelId="{3D615E97-26EE-484B-9D9C-CC220143309B}" type="presParOf" srcId="{6579293E-00ED-40E7-8E9E-0EF7D9ED89B6}" destId="{84496515-CCA1-4CD7-B483-AF4848C96170}" srcOrd="1" destOrd="0" presId="urn:microsoft.com/office/officeart/2005/8/layout/vProcess5"/>
    <dgm:cxn modelId="{823E9D2B-2D2A-4159-9A5A-098F5988DED0}" type="presParOf" srcId="{6579293E-00ED-40E7-8E9E-0EF7D9ED89B6}" destId="{05887D3A-5648-4EF2-B31F-56AF1022945A}" srcOrd="2" destOrd="0" presId="urn:microsoft.com/office/officeart/2005/8/layout/vProcess5"/>
    <dgm:cxn modelId="{999A7636-A457-4AB7-832E-67DCBAFB8006}" type="presParOf" srcId="{6579293E-00ED-40E7-8E9E-0EF7D9ED89B6}" destId="{2AD1236A-5300-4D22-BBB9-6656B9BC626F}" srcOrd="3" destOrd="0" presId="urn:microsoft.com/office/officeart/2005/8/layout/vProcess5"/>
    <dgm:cxn modelId="{83CBBF6E-70E0-488D-A2B5-D44AB4D2F2BB}" type="presParOf" srcId="{6579293E-00ED-40E7-8E9E-0EF7D9ED89B6}" destId="{9B660B2D-BC22-4FFC-8082-51CCE9463531}" srcOrd="4" destOrd="0" presId="urn:microsoft.com/office/officeart/2005/8/layout/vProcess5"/>
    <dgm:cxn modelId="{C1B58C30-6BA2-47C9-ABD8-D74C595314CE}" type="presParOf" srcId="{6579293E-00ED-40E7-8E9E-0EF7D9ED89B6}" destId="{63CFF69E-9C2E-4749-B52C-9EBC3BA3538B}" srcOrd="5" destOrd="0" presId="urn:microsoft.com/office/officeart/2005/8/layout/vProcess5"/>
    <dgm:cxn modelId="{1AD6F9A4-19D9-4009-B12F-7B0E67095221}" type="presParOf" srcId="{6579293E-00ED-40E7-8E9E-0EF7D9ED89B6}" destId="{531158BA-75DA-4F50-B759-15494A92ACCA}" srcOrd="6" destOrd="0" presId="urn:microsoft.com/office/officeart/2005/8/layout/vProcess5"/>
    <dgm:cxn modelId="{23A6A61E-F0D2-403B-8934-F20443272312}" type="presParOf" srcId="{6579293E-00ED-40E7-8E9E-0EF7D9ED89B6}" destId="{C57F282D-1062-4090-92C0-2C8EE44A024D}" srcOrd="7" destOrd="0" presId="urn:microsoft.com/office/officeart/2005/8/layout/vProcess5"/>
    <dgm:cxn modelId="{E5FCA272-62D9-4A9A-A194-95C438F2B72C}" type="presParOf" srcId="{6579293E-00ED-40E7-8E9E-0EF7D9ED89B6}" destId="{B07BE4E5-3073-4D13-A683-339122BACDF1}" srcOrd="8" destOrd="0" presId="urn:microsoft.com/office/officeart/2005/8/layout/vProcess5"/>
    <dgm:cxn modelId="{2E67F7C5-CB15-440A-8EC6-90185FC99A38}" type="presParOf" srcId="{6579293E-00ED-40E7-8E9E-0EF7D9ED89B6}" destId="{2D902196-D800-4793-8B60-7F0B1F1F58E7}" srcOrd="9" destOrd="0" presId="urn:microsoft.com/office/officeart/2005/8/layout/vProcess5"/>
    <dgm:cxn modelId="{D1115757-4C6D-470D-A303-C5D6EDA99FDE}" type="presParOf" srcId="{6579293E-00ED-40E7-8E9E-0EF7D9ED89B6}" destId="{09831C7F-F6FA-435F-8155-F01FCDCFEFD6}" srcOrd="10" destOrd="0" presId="urn:microsoft.com/office/officeart/2005/8/layout/vProcess5"/>
    <dgm:cxn modelId="{EC4BBDFE-3177-4DA9-A86E-5FE1BAF63FFB}" type="presParOf" srcId="{6579293E-00ED-40E7-8E9E-0EF7D9ED89B6}" destId="{106844F9-3E1A-4B59-AB39-4BAF81FCBC05}" srcOrd="11" destOrd="0" presId="urn:microsoft.com/office/officeart/2005/8/layout/vProcess5"/>
    <dgm:cxn modelId="{AFA979B0-6BB3-4D67-A889-0EACABDD8682}" type="presParOf" srcId="{6579293E-00ED-40E7-8E9E-0EF7D9ED89B6}" destId="{F0498C17-6D0A-4C3C-B51B-5364A4BF64DE}" srcOrd="12" destOrd="0" presId="urn:microsoft.com/office/officeart/2005/8/layout/vProcess5"/>
    <dgm:cxn modelId="{CFD0088E-881A-4E6D-8C3B-FA7516E6B92D}" type="presParOf" srcId="{6579293E-00ED-40E7-8E9E-0EF7D9ED89B6}" destId="{C350231E-A9E4-4947-B19D-F3B29C95C1C9}" srcOrd="13" destOrd="0" presId="urn:microsoft.com/office/officeart/2005/8/layout/vProcess5"/>
    <dgm:cxn modelId="{7E5B54CC-37E9-4FBC-BA06-1D64471A2957}" type="presParOf" srcId="{6579293E-00ED-40E7-8E9E-0EF7D9ED89B6}" destId="{6E82AFF2-D6DA-4D12-A2B6-229BE88B7692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210CA62-CE09-4BE8-AE19-92F44F9CEB38}" type="doc">
      <dgm:prSet loTypeId="urn:microsoft.com/office/officeart/2005/8/layout/vProcess5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F1CC422-6763-430F-8B42-D0E6D7D87154}">
      <dgm:prSet/>
      <dgm:spPr/>
      <dgm:t>
        <a:bodyPr/>
        <a:lstStyle/>
        <a:p>
          <a:r>
            <a:rPr lang="en-US"/>
            <a:t>Like button functionality</a:t>
          </a:r>
        </a:p>
      </dgm:t>
    </dgm:pt>
    <dgm:pt modelId="{377E3D69-89CF-4DA7-A97C-2EC061AA9E22}" type="parTrans" cxnId="{82869C1F-D853-4A7F-90E2-EFA62613637E}">
      <dgm:prSet/>
      <dgm:spPr/>
      <dgm:t>
        <a:bodyPr/>
        <a:lstStyle/>
        <a:p>
          <a:endParaRPr lang="en-US"/>
        </a:p>
      </dgm:t>
    </dgm:pt>
    <dgm:pt modelId="{8945E861-E537-48F1-9685-81407D25AFCD}" type="sibTrans" cxnId="{82869C1F-D853-4A7F-90E2-EFA62613637E}">
      <dgm:prSet/>
      <dgm:spPr/>
      <dgm:t>
        <a:bodyPr/>
        <a:lstStyle/>
        <a:p>
          <a:endParaRPr lang="en-US"/>
        </a:p>
      </dgm:t>
    </dgm:pt>
    <dgm:pt modelId="{A430C615-D0C7-436A-A40A-1B2FB553F61E}">
      <dgm:prSet/>
      <dgm:spPr/>
      <dgm:t>
        <a:bodyPr/>
        <a:lstStyle/>
        <a:p>
          <a:r>
            <a:rPr lang="en-US"/>
            <a:t>Expand comment implementation to allow fields</a:t>
          </a:r>
        </a:p>
      </dgm:t>
    </dgm:pt>
    <dgm:pt modelId="{8424B52E-B681-4676-AE9A-9561E9A88FD0}" type="parTrans" cxnId="{F9D0F9F9-3E2A-4CAC-9D88-6E979B153AE2}">
      <dgm:prSet/>
      <dgm:spPr/>
      <dgm:t>
        <a:bodyPr/>
        <a:lstStyle/>
        <a:p>
          <a:endParaRPr lang="en-US"/>
        </a:p>
      </dgm:t>
    </dgm:pt>
    <dgm:pt modelId="{0B50F9EB-40AB-4EEF-9C34-A2D3782D41E9}" type="sibTrans" cxnId="{F9D0F9F9-3E2A-4CAC-9D88-6E979B153AE2}">
      <dgm:prSet/>
      <dgm:spPr/>
      <dgm:t>
        <a:bodyPr/>
        <a:lstStyle/>
        <a:p>
          <a:endParaRPr lang="en-US"/>
        </a:p>
      </dgm:t>
    </dgm:pt>
    <dgm:pt modelId="{C9CE3094-0433-475F-AF3B-C8BAEBEFC70D}">
      <dgm:prSet/>
      <dgm:spPr/>
      <dgm:t>
        <a:bodyPr/>
        <a:lstStyle/>
        <a:p>
          <a:r>
            <a:rPr lang="en-US"/>
            <a:t>Add comment functionality to allow users to compare different products</a:t>
          </a:r>
        </a:p>
      </dgm:t>
    </dgm:pt>
    <dgm:pt modelId="{9544C36F-897A-4C9B-87E4-5A3C5C9D1B1F}" type="parTrans" cxnId="{696033B0-497D-4837-9604-D78FB23B5109}">
      <dgm:prSet/>
      <dgm:spPr/>
      <dgm:t>
        <a:bodyPr/>
        <a:lstStyle/>
        <a:p>
          <a:endParaRPr lang="en-US"/>
        </a:p>
      </dgm:t>
    </dgm:pt>
    <dgm:pt modelId="{5137E912-3C0C-49EE-9566-4CF20752A8CA}" type="sibTrans" cxnId="{696033B0-497D-4837-9604-D78FB23B5109}">
      <dgm:prSet/>
      <dgm:spPr/>
      <dgm:t>
        <a:bodyPr/>
        <a:lstStyle/>
        <a:p>
          <a:endParaRPr lang="en-US"/>
        </a:p>
      </dgm:t>
    </dgm:pt>
    <dgm:pt modelId="{E72A1F6E-6775-4A86-B749-FB002F4B7A6D}">
      <dgm:prSet/>
      <dgm:spPr/>
      <dgm:t>
        <a:bodyPr/>
        <a:lstStyle/>
        <a:p>
          <a:r>
            <a:rPr lang="en-US"/>
            <a:t>Better fitting recommendations logic</a:t>
          </a:r>
        </a:p>
      </dgm:t>
    </dgm:pt>
    <dgm:pt modelId="{0EB87283-E6F7-4629-BCC7-4A76E002DB47}" type="parTrans" cxnId="{5EA1E013-673C-4DA1-9BF4-06649585E479}">
      <dgm:prSet/>
      <dgm:spPr/>
      <dgm:t>
        <a:bodyPr/>
        <a:lstStyle/>
        <a:p>
          <a:endParaRPr lang="en-US"/>
        </a:p>
      </dgm:t>
    </dgm:pt>
    <dgm:pt modelId="{4D6103CE-1FD1-4291-8CBC-06F20522D3C5}" type="sibTrans" cxnId="{5EA1E013-673C-4DA1-9BF4-06649585E479}">
      <dgm:prSet/>
      <dgm:spPr/>
      <dgm:t>
        <a:bodyPr/>
        <a:lstStyle/>
        <a:p>
          <a:endParaRPr lang="en-US"/>
        </a:p>
      </dgm:t>
    </dgm:pt>
    <dgm:pt modelId="{B12079B6-DB58-4337-AFFD-4A968AFDEAA5}" type="pres">
      <dgm:prSet presAssocID="{D210CA62-CE09-4BE8-AE19-92F44F9CEB38}" presName="outerComposite" presStyleCnt="0">
        <dgm:presLayoutVars>
          <dgm:chMax val="5"/>
          <dgm:dir/>
          <dgm:resizeHandles val="exact"/>
        </dgm:presLayoutVars>
      </dgm:prSet>
      <dgm:spPr/>
    </dgm:pt>
    <dgm:pt modelId="{4E11D921-1788-4BD9-BFED-887EE8502950}" type="pres">
      <dgm:prSet presAssocID="{D210CA62-CE09-4BE8-AE19-92F44F9CEB38}" presName="dummyMaxCanvas" presStyleCnt="0">
        <dgm:presLayoutVars/>
      </dgm:prSet>
      <dgm:spPr/>
    </dgm:pt>
    <dgm:pt modelId="{339AFA63-CA3E-40BF-B234-051D46E4ED4D}" type="pres">
      <dgm:prSet presAssocID="{D210CA62-CE09-4BE8-AE19-92F44F9CEB38}" presName="FourNodes_1" presStyleLbl="node1" presStyleIdx="0" presStyleCnt="4">
        <dgm:presLayoutVars>
          <dgm:bulletEnabled val="1"/>
        </dgm:presLayoutVars>
      </dgm:prSet>
      <dgm:spPr/>
    </dgm:pt>
    <dgm:pt modelId="{D3BFE2F4-C9D5-427C-B5EF-FD47493AED1D}" type="pres">
      <dgm:prSet presAssocID="{D210CA62-CE09-4BE8-AE19-92F44F9CEB38}" presName="FourNodes_2" presStyleLbl="node1" presStyleIdx="1" presStyleCnt="4">
        <dgm:presLayoutVars>
          <dgm:bulletEnabled val="1"/>
        </dgm:presLayoutVars>
      </dgm:prSet>
      <dgm:spPr/>
    </dgm:pt>
    <dgm:pt modelId="{5405DA06-C33D-4CD9-B68A-75359E8AFB4B}" type="pres">
      <dgm:prSet presAssocID="{D210CA62-CE09-4BE8-AE19-92F44F9CEB38}" presName="FourNodes_3" presStyleLbl="node1" presStyleIdx="2" presStyleCnt="4">
        <dgm:presLayoutVars>
          <dgm:bulletEnabled val="1"/>
        </dgm:presLayoutVars>
      </dgm:prSet>
      <dgm:spPr/>
    </dgm:pt>
    <dgm:pt modelId="{2BCFE955-42C9-4A66-BE9E-90BCFAA7108C}" type="pres">
      <dgm:prSet presAssocID="{D210CA62-CE09-4BE8-AE19-92F44F9CEB38}" presName="FourNodes_4" presStyleLbl="node1" presStyleIdx="3" presStyleCnt="4">
        <dgm:presLayoutVars>
          <dgm:bulletEnabled val="1"/>
        </dgm:presLayoutVars>
      </dgm:prSet>
      <dgm:spPr/>
    </dgm:pt>
    <dgm:pt modelId="{EDAEC87E-4245-499E-9E79-007EFFF2C327}" type="pres">
      <dgm:prSet presAssocID="{D210CA62-CE09-4BE8-AE19-92F44F9CEB38}" presName="FourConn_1-2" presStyleLbl="fgAccFollowNode1" presStyleIdx="0" presStyleCnt="3">
        <dgm:presLayoutVars>
          <dgm:bulletEnabled val="1"/>
        </dgm:presLayoutVars>
      </dgm:prSet>
      <dgm:spPr/>
    </dgm:pt>
    <dgm:pt modelId="{EA51407D-C688-4918-B1B4-F62E7D4F7724}" type="pres">
      <dgm:prSet presAssocID="{D210CA62-CE09-4BE8-AE19-92F44F9CEB38}" presName="FourConn_2-3" presStyleLbl="fgAccFollowNode1" presStyleIdx="1" presStyleCnt="3">
        <dgm:presLayoutVars>
          <dgm:bulletEnabled val="1"/>
        </dgm:presLayoutVars>
      </dgm:prSet>
      <dgm:spPr/>
    </dgm:pt>
    <dgm:pt modelId="{A21064DF-C5AC-49AF-8EBC-398344F832EB}" type="pres">
      <dgm:prSet presAssocID="{D210CA62-CE09-4BE8-AE19-92F44F9CEB38}" presName="FourConn_3-4" presStyleLbl="fgAccFollowNode1" presStyleIdx="2" presStyleCnt="3">
        <dgm:presLayoutVars>
          <dgm:bulletEnabled val="1"/>
        </dgm:presLayoutVars>
      </dgm:prSet>
      <dgm:spPr/>
    </dgm:pt>
    <dgm:pt modelId="{9482EF45-C301-4E6D-8676-0932FBD12AE9}" type="pres">
      <dgm:prSet presAssocID="{D210CA62-CE09-4BE8-AE19-92F44F9CEB38}" presName="FourNodes_1_text" presStyleLbl="node1" presStyleIdx="3" presStyleCnt="4">
        <dgm:presLayoutVars>
          <dgm:bulletEnabled val="1"/>
        </dgm:presLayoutVars>
      </dgm:prSet>
      <dgm:spPr/>
    </dgm:pt>
    <dgm:pt modelId="{33D5A457-38F6-4225-80FB-9E1E5E83C1FD}" type="pres">
      <dgm:prSet presAssocID="{D210CA62-CE09-4BE8-AE19-92F44F9CEB38}" presName="FourNodes_2_text" presStyleLbl="node1" presStyleIdx="3" presStyleCnt="4">
        <dgm:presLayoutVars>
          <dgm:bulletEnabled val="1"/>
        </dgm:presLayoutVars>
      </dgm:prSet>
      <dgm:spPr/>
    </dgm:pt>
    <dgm:pt modelId="{D813D6E0-C0E7-4B33-907D-6966BCDCDE38}" type="pres">
      <dgm:prSet presAssocID="{D210CA62-CE09-4BE8-AE19-92F44F9CEB38}" presName="FourNodes_3_text" presStyleLbl="node1" presStyleIdx="3" presStyleCnt="4">
        <dgm:presLayoutVars>
          <dgm:bulletEnabled val="1"/>
        </dgm:presLayoutVars>
      </dgm:prSet>
      <dgm:spPr/>
    </dgm:pt>
    <dgm:pt modelId="{5DB03388-3059-4DE4-B78A-C1A1F325E0BC}" type="pres">
      <dgm:prSet presAssocID="{D210CA62-CE09-4BE8-AE19-92F44F9CEB3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0A9A0801-253F-4FA7-8525-54E0613E6C2B}" type="presOf" srcId="{C9CE3094-0433-475F-AF3B-C8BAEBEFC70D}" destId="{5405DA06-C33D-4CD9-B68A-75359E8AFB4B}" srcOrd="0" destOrd="0" presId="urn:microsoft.com/office/officeart/2005/8/layout/vProcess5"/>
    <dgm:cxn modelId="{CD031A0D-BF6B-4B59-A7CE-3A411BE8FF5D}" type="presOf" srcId="{3F1CC422-6763-430F-8B42-D0E6D7D87154}" destId="{9482EF45-C301-4E6D-8676-0932FBD12AE9}" srcOrd="1" destOrd="0" presId="urn:microsoft.com/office/officeart/2005/8/layout/vProcess5"/>
    <dgm:cxn modelId="{5EA1E013-673C-4DA1-9BF4-06649585E479}" srcId="{D210CA62-CE09-4BE8-AE19-92F44F9CEB38}" destId="{E72A1F6E-6775-4A86-B749-FB002F4B7A6D}" srcOrd="3" destOrd="0" parTransId="{0EB87283-E6F7-4629-BCC7-4A76E002DB47}" sibTransId="{4D6103CE-1FD1-4291-8CBC-06F20522D3C5}"/>
    <dgm:cxn modelId="{82869C1F-D853-4A7F-90E2-EFA62613637E}" srcId="{D210CA62-CE09-4BE8-AE19-92F44F9CEB38}" destId="{3F1CC422-6763-430F-8B42-D0E6D7D87154}" srcOrd="0" destOrd="0" parTransId="{377E3D69-89CF-4DA7-A97C-2EC061AA9E22}" sibTransId="{8945E861-E537-48F1-9685-81407D25AFCD}"/>
    <dgm:cxn modelId="{028B233F-4AC9-4036-9B10-B07D9D74F24B}" type="presOf" srcId="{A430C615-D0C7-436A-A40A-1B2FB553F61E}" destId="{33D5A457-38F6-4225-80FB-9E1E5E83C1FD}" srcOrd="1" destOrd="0" presId="urn:microsoft.com/office/officeart/2005/8/layout/vProcess5"/>
    <dgm:cxn modelId="{8236595B-3FE1-4582-8F42-7AE654A40D35}" type="presOf" srcId="{5137E912-3C0C-49EE-9566-4CF20752A8CA}" destId="{A21064DF-C5AC-49AF-8EBC-398344F832EB}" srcOrd="0" destOrd="0" presId="urn:microsoft.com/office/officeart/2005/8/layout/vProcess5"/>
    <dgm:cxn modelId="{209C6464-1390-49D7-9BB2-D28BD856033C}" type="presOf" srcId="{8945E861-E537-48F1-9685-81407D25AFCD}" destId="{EDAEC87E-4245-499E-9E79-007EFFF2C327}" srcOrd="0" destOrd="0" presId="urn:microsoft.com/office/officeart/2005/8/layout/vProcess5"/>
    <dgm:cxn modelId="{7210FB47-6059-4BE9-A041-5150E15681AA}" type="presOf" srcId="{A430C615-D0C7-436A-A40A-1B2FB553F61E}" destId="{D3BFE2F4-C9D5-427C-B5EF-FD47493AED1D}" srcOrd="0" destOrd="0" presId="urn:microsoft.com/office/officeart/2005/8/layout/vProcess5"/>
    <dgm:cxn modelId="{A1818F6B-9B7A-442E-B853-89C124ECE1D9}" type="presOf" srcId="{D210CA62-CE09-4BE8-AE19-92F44F9CEB38}" destId="{B12079B6-DB58-4337-AFFD-4A968AFDEAA5}" srcOrd="0" destOrd="0" presId="urn:microsoft.com/office/officeart/2005/8/layout/vProcess5"/>
    <dgm:cxn modelId="{BDEFCC8D-A315-4849-86F5-73505579830C}" type="presOf" srcId="{3F1CC422-6763-430F-8B42-D0E6D7D87154}" destId="{339AFA63-CA3E-40BF-B234-051D46E4ED4D}" srcOrd="0" destOrd="0" presId="urn:microsoft.com/office/officeart/2005/8/layout/vProcess5"/>
    <dgm:cxn modelId="{696033B0-497D-4837-9604-D78FB23B5109}" srcId="{D210CA62-CE09-4BE8-AE19-92F44F9CEB38}" destId="{C9CE3094-0433-475F-AF3B-C8BAEBEFC70D}" srcOrd="2" destOrd="0" parTransId="{9544C36F-897A-4C9B-87E4-5A3C5C9D1B1F}" sibTransId="{5137E912-3C0C-49EE-9566-4CF20752A8CA}"/>
    <dgm:cxn modelId="{A5010FB6-1020-4735-855C-DE7625FE70E3}" type="presOf" srcId="{C9CE3094-0433-475F-AF3B-C8BAEBEFC70D}" destId="{D813D6E0-C0E7-4B33-907D-6966BCDCDE38}" srcOrd="1" destOrd="0" presId="urn:microsoft.com/office/officeart/2005/8/layout/vProcess5"/>
    <dgm:cxn modelId="{60CA14EF-752B-4CD6-A7AA-EAA7D1FEC855}" type="presOf" srcId="{E72A1F6E-6775-4A86-B749-FB002F4B7A6D}" destId="{2BCFE955-42C9-4A66-BE9E-90BCFAA7108C}" srcOrd="0" destOrd="0" presId="urn:microsoft.com/office/officeart/2005/8/layout/vProcess5"/>
    <dgm:cxn modelId="{B9F252EF-4E42-48D0-B45C-CC295F1F2574}" type="presOf" srcId="{0B50F9EB-40AB-4EEF-9C34-A2D3782D41E9}" destId="{EA51407D-C688-4918-B1B4-F62E7D4F7724}" srcOrd="0" destOrd="0" presId="urn:microsoft.com/office/officeart/2005/8/layout/vProcess5"/>
    <dgm:cxn modelId="{F9D0F9F9-3E2A-4CAC-9D88-6E979B153AE2}" srcId="{D210CA62-CE09-4BE8-AE19-92F44F9CEB38}" destId="{A430C615-D0C7-436A-A40A-1B2FB553F61E}" srcOrd="1" destOrd="0" parTransId="{8424B52E-B681-4676-AE9A-9561E9A88FD0}" sibTransId="{0B50F9EB-40AB-4EEF-9C34-A2D3782D41E9}"/>
    <dgm:cxn modelId="{A86EC7FD-2315-4C2D-9C64-FE758475783D}" type="presOf" srcId="{E72A1F6E-6775-4A86-B749-FB002F4B7A6D}" destId="{5DB03388-3059-4DE4-B78A-C1A1F325E0BC}" srcOrd="1" destOrd="0" presId="urn:microsoft.com/office/officeart/2005/8/layout/vProcess5"/>
    <dgm:cxn modelId="{7E0BC229-A4BD-47A7-BBEC-16F981C34548}" type="presParOf" srcId="{B12079B6-DB58-4337-AFFD-4A968AFDEAA5}" destId="{4E11D921-1788-4BD9-BFED-887EE8502950}" srcOrd="0" destOrd="0" presId="urn:microsoft.com/office/officeart/2005/8/layout/vProcess5"/>
    <dgm:cxn modelId="{96A09EAA-0E5B-439E-96A8-7D44BA101873}" type="presParOf" srcId="{B12079B6-DB58-4337-AFFD-4A968AFDEAA5}" destId="{339AFA63-CA3E-40BF-B234-051D46E4ED4D}" srcOrd="1" destOrd="0" presId="urn:microsoft.com/office/officeart/2005/8/layout/vProcess5"/>
    <dgm:cxn modelId="{92B68AC6-760C-461E-B919-49720D83308C}" type="presParOf" srcId="{B12079B6-DB58-4337-AFFD-4A968AFDEAA5}" destId="{D3BFE2F4-C9D5-427C-B5EF-FD47493AED1D}" srcOrd="2" destOrd="0" presId="urn:microsoft.com/office/officeart/2005/8/layout/vProcess5"/>
    <dgm:cxn modelId="{2E0B954B-37EC-4ED3-AFA0-779514B6E052}" type="presParOf" srcId="{B12079B6-DB58-4337-AFFD-4A968AFDEAA5}" destId="{5405DA06-C33D-4CD9-B68A-75359E8AFB4B}" srcOrd="3" destOrd="0" presId="urn:microsoft.com/office/officeart/2005/8/layout/vProcess5"/>
    <dgm:cxn modelId="{EC7B5030-EA26-43B4-8823-42E84FC59ADA}" type="presParOf" srcId="{B12079B6-DB58-4337-AFFD-4A968AFDEAA5}" destId="{2BCFE955-42C9-4A66-BE9E-90BCFAA7108C}" srcOrd="4" destOrd="0" presId="urn:microsoft.com/office/officeart/2005/8/layout/vProcess5"/>
    <dgm:cxn modelId="{23A73760-C5E8-488C-804E-4127884FF16C}" type="presParOf" srcId="{B12079B6-DB58-4337-AFFD-4A968AFDEAA5}" destId="{EDAEC87E-4245-499E-9E79-007EFFF2C327}" srcOrd="5" destOrd="0" presId="urn:microsoft.com/office/officeart/2005/8/layout/vProcess5"/>
    <dgm:cxn modelId="{115D9A14-0A94-4E57-917A-6B869444E798}" type="presParOf" srcId="{B12079B6-DB58-4337-AFFD-4A968AFDEAA5}" destId="{EA51407D-C688-4918-B1B4-F62E7D4F7724}" srcOrd="6" destOrd="0" presId="urn:microsoft.com/office/officeart/2005/8/layout/vProcess5"/>
    <dgm:cxn modelId="{62545FF7-5F92-41B7-982C-59F517DD77F1}" type="presParOf" srcId="{B12079B6-DB58-4337-AFFD-4A968AFDEAA5}" destId="{A21064DF-C5AC-49AF-8EBC-398344F832EB}" srcOrd="7" destOrd="0" presId="urn:microsoft.com/office/officeart/2005/8/layout/vProcess5"/>
    <dgm:cxn modelId="{54641C31-7BB6-4EE8-8373-5724ACF9EAEE}" type="presParOf" srcId="{B12079B6-DB58-4337-AFFD-4A968AFDEAA5}" destId="{9482EF45-C301-4E6D-8676-0932FBD12AE9}" srcOrd="8" destOrd="0" presId="urn:microsoft.com/office/officeart/2005/8/layout/vProcess5"/>
    <dgm:cxn modelId="{34165AEB-E81F-444B-8F45-BBFFF08786EF}" type="presParOf" srcId="{B12079B6-DB58-4337-AFFD-4A968AFDEAA5}" destId="{33D5A457-38F6-4225-80FB-9E1E5E83C1FD}" srcOrd="9" destOrd="0" presId="urn:microsoft.com/office/officeart/2005/8/layout/vProcess5"/>
    <dgm:cxn modelId="{5747269B-2F85-45EA-A01F-EE7BCDEB14CF}" type="presParOf" srcId="{B12079B6-DB58-4337-AFFD-4A968AFDEAA5}" destId="{D813D6E0-C0E7-4B33-907D-6966BCDCDE38}" srcOrd="10" destOrd="0" presId="urn:microsoft.com/office/officeart/2005/8/layout/vProcess5"/>
    <dgm:cxn modelId="{89E34BF7-4A26-47DB-93F6-E86615B91CCC}" type="presParOf" srcId="{B12079B6-DB58-4337-AFFD-4A968AFDEAA5}" destId="{5DB03388-3059-4DE4-B78A-C1A1F325E0B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6B1C25-E133-448D-84F9-9F4C76B1DD35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A4A642-B527-453E-866A-D62805AEC460}">
      <dgm:prSet/>
      <dgm:spPr/>
      <dgm:t>
        <a:bodyPr/>
        <a:lstStyle/>
        <a:p>
          <a:r>
            <a:rPr lang="en-US"/>
            <a:t>Tech Stack: </a:t>
          </a:r>
        </a:p>
      </dgm:t>
    </dgm:pt>
    <dgm:pt modelId="{65A805C5-7913-4564-AA7C-0A011B42468C}" type="parTrans" cxnId="{334AA40A-FE4B-48AE-8672-751A049D876B}">
      <dgm:prSet/>
      <dgm:spPr/>
      <dgm:t>
        <a:bodyPr/>
        <a:lstStyle/>
        <a:p>
          <a:endParaRPr lang="en-US"/>
        </a:p>
      </dgm:t>
    </dgm:pt>
    <dgm:pt modelId="{F80BB95C-C28C-4DCA-92F0-ED123DC5FDB2}" type="sibTrans" cxnId="{334AA40A-FE4B-48AE-8672-751A049D876B}">
      <dgm:prSet/>
      <dgm:spPr/>
      <dgm:t>
        <a:bodyPr/>
        <a:lstStyle/>
        <a:p>
          <a:endParaRPr lang="en-US"/>
        </a:p>
      </dgm:t>
    </dgm:pt>
    <dgm:pt modelId="{DC133C5F-DEC3-4C10-A83C-27CAF33CBE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Backend: Python with Flask API </a:t>
          </a:r>
        </a:p>
      </dgm:t>
    </dgm:pt>
    <dgm:pt modelId="{2CFDBD21-A63B-42D3-B661-CF33D3C66135}" type="parTrans" cxnId="{2AEA1CC3-5BFD-4C45-BD39-0E1F59D36D19}">
      <dgm:prSet/>
      <dgm:spPr/>
      <dgm:t>
        <a:bodyPr/>
        <a:lstStyle/>
        <a:p>
          <a:endParaRPr lang="en-US"/>
        </a:p>
      </dgm:t>
    </dgm:pt>
    <dgm:pt modelId="{9D826372-F617-4DD2-B0E3-982479791131}" type="sibTrans" cxnId="{2AEA1CC3-5BFD-4C45-BD39-0E1F59D36D19}">
      <dgm:prSet/>
      <dgm:spPr/>
      <dgm:t>
        <a:bodyPr/>
        <a:lstStyle/>
        <a:p>
          <a:endParaRPr lang="en-US"/>
        </a:p>
      </dgm:t>
    </dgm:pt>
    <dgm:pt modelId="{0301820F-5093-43C6-972D-B3CFD556D7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Frontend: react JavaScript </a:t>
          </a:r>
        </a:p>
      </dgm:t>
    </dgm:pt>
    <dgm:pt modelId="{0018E233-47EE-4939-9378-C6E537F94D79}" type="parTrans" cxnId="{A4430C4D-BA74-45BA-B5F7-2504AAB7B0D8}">
      <dgm:prSet/>
      <dgm:spPr/>
      <dgm:t>
        <a:bodyPr/>
        <a:lstStyle/>
        <a:p>
          <a:endParaRPr lang="en-US"/>
        </a:p>
      </dgm:t>
    </dgm:pt>
    <dgm:pt modelId="{CFBE7AB2-AC80-48D5-8A61-7BE05F70624B}" type="sibTrans" cxnId="{A4430C4D-BA74-45BA-B5F7-2504AAB7B0D8}">
      <dgm:prSet/>
      <dgm:spPr/>
      <dgm:t>
        <a:bodyPr/>
        <a:lstStyle/>
        <a:p>
          <a:endParaRPr lang="en-US"/>
        </a:p>
      </dgm:t>
    </dgm:pt>
    <dgm:pt modelId="{1F091F2E-B0F7-4D55-A434-FDC8BA3E503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Data storage: SQL Sever Management Studio(SSMS)</a:t>
          </a:r>
        </a:p>
      </dgm:t>
    </dgm:pt>
    <dgm:pt modelId="{E00F29C2-5292-48F2-B67C-D8161BCDDE1D}" type="parTrans" cxnId="{16F2CA21-2A33-43E7-B344-28955270ECEB}">
      <dgm:prSet/>
      <dgm:spPr/>
      <dgm:t>
        <a:bodyPr/>
        <a:lstStyle/>
        <a:p>
          <a:endParaRPr lang="en-US"/>
        </a:p>
      </dgm:t>
    </dgm:pt>
    <dgm:pt modelId="{384847FE-FE58-4D22-8059-552BFA18A4EC}" type="sibTrans" cxnId="{16F2CA21-2A33-43E7-B344-28955270ECEB}">
      <dgm:prSet/>
      <dgm:spPr/>
      <dgm:t>
        <a:bodyPr/>
        <a:lstStyle/>
        <a:p>
          <a:endParaRPr lang="en-US"/>
        </a:p>
      </dgm:t>
    </dgm:pt>
    <dgm:pt modelId="{E1C5D00D-71D6-437D-8993-76EF31A1EFAB}">
      <dgm:prSet/>
      <dgm:spPr/>
      <dgm:t>
        <a:bodyPr/>
        <a:lstStyle/>
        <a:p>
          <a:r>
            <a:rPr lang="en-US"/>
            <a:t>Follows a layered architecture  </a:t>
          </a:r>
        </a:p>
      </dgm:t>
    </dgm:pt>
    <dgm:pt modelId="{7B5D43BD-3718-42C7-AC81-400B0F3368E7}" type="parTrans" cxnId="{DEE54D63-677E-437C-87F0-6FF9D09AC8E4}">
      <dgm:prSet/>
      <dgm:spPr/>
      <dgm:t>
        <a:bodyPr/>
        <a:lstStyle/>
        <a:p>
          <a:endParaRPr lang="en-US"/>
        </a:p>
      </dgm:t>
    </dgm:pt>
    <dgm:pt modelId="{5931D86D-9D8B-410B-9091-077A6FF9ED96}" type="sibTrans" cxnId="{DEE54D63-677E-437C-87F0-6FF9D09AC8E4}">
      <dgm:prSet/>
      <dgm:spPr/>
      <dgm:t>
        <a:bodyPr/>
        <a:lstStyle/>
        <a:p>
          <a:endParaRPr lang="en-US"/>
        </a:p>
      </dgm:t>
    </dgm:pt>
    <dgm:pt modelId="{3B19E95E-EDF3-41CC-9171-4FC0C6FC0943}" type="pres">
      <dgm:prSet presAssocID="{8E6B1C25-E133-448D-84F9-9F4C76B1DD35}" presName="linear" presStyleCnt="0">
        <dgm:presLayoutVars>
          <dgm:dir/>
          <dgm:animLvl val="lvl"/>
          <dgm:resizeHandles val="exact"/>
        </dgm:presLayoutVars>
      </dgm:prSet>
      <dgm:spPr/>
    </dgm:pt>
    <dgm:pt modelId="{0E7393FF-BA31-4661-8BE2-A95886ED0945}" type="pres">
      <dgm:prSet presAssocID="{BDA4A642-B527-453E-866A-D62805AEC460}" presName="parentLin" presStyleCnt="0"/>
      <dgm:spPr/>
    </dgm:pt>
    <dgm:pt modelId="{8F7408B4-4EC6-4442-ADEE-9C1DCF9C0C39}" type="pres">
      <dgm:prSet presAssocID="{BDA4A642-B527-453E-866A-D62805AEC460}" presName="parentLeftMargin" presStyleLbl="node1" presStyleIdx="0" presStyleCnt="2"/>
      <dgm:spPr/>
    </dgm:pt>
    <dgm:pt modelId="{806B48EC-1DE3-4143-AAFC-730B79BF1B7C}" type="pres">
      <dgm:prSet presAssocID="{BDA4A642-B527-453E-866A-D62805AEC46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0A0644F-6606-4ECD-B1E7-3CFA7EC6BF47}" type="pres">
      <dgm:prSet presAssocID="{BDA4A642-B527-453E-866A-D62805AEC460}" presName="negativeSpace" presStyleCnt="0"/>
      <dgm:spPr/>
    </dgm:pt>
    <dgm:pt modelId="{F3AA0E78-C41A-4202-804B-DA7CADC5223B}" type="pres">
      <dgm:prSet presAssocID="{BDA4A642-B527-453E-866A-D62805AEC460}" presName="childText" presStyleLbl="conFgAcc1" presStyleIdx="0" presStyleCnt="2">
        <dgm:presLayoutVars>
          <dgm:bulletEnabled val="1"/>
        </dgm:presLayoutVars>
      </dgm:prSet>
      <dgm:spPr/>
    </dgm:pt>
    <dgm:pt modelId="{7496AADE-6B29-4412-BB0D-C324C43B53BF}" type="pres">
      <dgm:prSet presAssocID="{F80BB95C-C28C-4DCA-92F0-ED123DC5FDB2}" presName="spaceBetweenRectangles" presStyleCnt="0"/>
      <dgm:spPr/>
    </dgm:pt>
    <dgm:pt modelId="{778676CE-C528-4041-8FD9-779EB628D762}" type="pres">
      <dgm:prSet presAssocID="{E1C5D00D-71D6-437D-8993-76EF31A1EFAB}" presName="parentLin" presStyleCnt="0"/>
      <dgm:spPr/>
    </dgm:pt>
    <dgm:pt modelId="{15D3010F-F9E5-4B4C-81BE-ACE487502C9F}" type="pres">
      <dgm:prSet presAssocID="{E1C5D00D-71D6-437D-8993-76EF31A1EFAB}" presName="parentLeftMargin" presStyleLbl="node1" presStyleIdx="0" presStyleCnt="2"/>
      <dgm:spPr/>
    </dgm:pt>
    <dgm:pt modelId="{CFB98813-698A-42E6-ADCA-1875A4ADA30C}" type="pres">
      <dgm:prSet presAssocID="{E1C5D00D-71D6-437D-8993-76EF31A1EFA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6255FD6-C5D4-40C5-8464-636566F466A5}" type="pres">
      <dgm:prSet presAssocID="{E1C5D00D-71D6-437D-8993-76EF31A1EFAB}" presName="negativeSpace" presStyleCnt="0"/>
      <dgm:spPr/>
    </dgm:pt>
    <dgm:pt modelId="{1F589317-B885-4953-A7AD-211ECC9C4754}" type="pres">
      <dgm:prSet presAssocID="{E1C5D00D-71D6-437D-8993-76EF31A1EFA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34AA40A-FE4B-48AE-8672-751A049D876B}" srcId="{8E6B1C25-E133-448D-84F9-9F4C76B1DD35}" destId="{BDA4A642-B527-453E-866A-D62805AEC460}" srcOrd="0" destOrd="0" parTransId="{65A805C5-7913-4564-AA7C-0A011B42468C}" sibTransId="{F80BB95C-C28C-4DCA-92F0-ED123DC5FDB2}"/>
    <dgm:cxn modelId="{E12D7410-A8E0-4714-A289-0C70F6B3BE8B}" type="presOf" srcId="{8E6B1C25-E133-448D-84F9-9F4C76B1DD35}" destId="{3B19E95E-EDF3-41CC-9171-4FC0C6FC0943}" srcOrd="0" destOrd="0" presId="urn:microsoft.com/office/officeart/2005/8/layout/list1"/>
    <dgm:cxn modelId="{16F2CA21-2A33-43E7-B344-28955270ECEB}" srcId="{BDA4A642-B527-453E-866A-D62805AEC460}" destId="{1F091F2E-B0F7-4D55-A434-FDC8BA3E503A}" srcOrd="2" destOrd="0" parTransId="{E00F29C2-5292-48F2-B67C-D8161BCDDE1D}" sibTransId="{384847FE-FE58-4D22-8059-552BFA18A4EC}"/>
    <dgm:cxn modelId="{5F26CE5B-7709-4371-AB0D-147EEE6DCB82}" type="presOf" srcId="{0301820F-5093-43C6-972D-B3CFD556D717}" destId="{F3AA0E78-C41A-4202-804B-DA7CADC5223B}" srcOrd="0" destOrd="1" presId="urn:microsoft.com/office/officeart/2005/8/layout/list1"/>
    <dgm:cxn modelId="{539CD45E-ED03-4BBF-98DA-FE0F07F3F8E2}" type="presOf" srcId="{E1C5D00D-71D6-437D-8993-76EF31A1EFAB}" destId="{CFB98813-698A-42E6-ADCA-1875A4ADA30C}" srcOrd="1" destOrd="0" presId="urn:microsoft.com/office/officeart/2005/8/layout/list1"/>
    <dgm:cxn modelId="{DEE54D63-677E-437C-87F0-6FF9D09AC8E4}" srcId="{8E6B1C25-E133-448D-84F9-9F4C76B1DD35}" destId="{E1C5D00D-71D6-437D-8993-76EF31A1EFAB}" srcOrd="1" destOrd="0" parTransId="{7B5D43BD-3718-42C7-AC81-400B0F3368E7}" sibTransId="{5931D86D-9D8B-410B-9091-077A6FF9ED96}"/>
    <dgm:cxn modelId="{A4430C4D-BA74-45BA-B5F7-2504AAB7B0D8}" srcId="{BDA4A642-B527-453E-866A-D62805AEC460}" destId="{0301820F-5093-43C6-972D-B3CFD556D717}" srcOrd="1" destOrd="0" parTransId="{0018E233-47EE-4939-9378-C6E537F94D79}" sibTransId="{CFBE7AB2-AC80-48D5-8A61-7BE05F70624B}"/>
    <dgm:cxn modelId="{69685893-AA21-43F5-A803-E412FCA84FEE}" type="presOf" srcId="{DC133C5F-DEC3-4C10-A83C-27CAF33CBEEF}" destId="{F3AA0E78-C41A-4202-804B-DA7CADC5223B}" srcOrd="0" destOrd="0" presId="urn:microsoft.com/office/officeart/2005/8/layout/list1"/>
    <dgm:cxn modelId="{8F3A81BB-5D61-45C1-872A-B8EB58581991}" type="presOf" srcId="{1F091F2E-B0F7-4D55-A434-FDC8BA3E503A}" destId="{F3AA0E78-C41A-4202-804B-DA7CADC5223B}" srcOrd="0" destOrd="2" presId="urn:microsoft.com/office/officeart/2005/8/layout/list1"/>
    <dgm:cxn modelId="{BC44E6BC-937C-4437-BC37-2ED2069188E4}" type="presOf" srcId="{BDA4A642-B527-453E-866A-D62805AEC460}" destId="{806B48EC-1DE3-4143-AAFC-730B79BF1B7C}" srcOrd="1" destOrd="0" presId="urn:microsoft.com/office/officeart/2005/8/layout/list1"/>
    <dgm:cxn modelId="{2AEA1CC3-5BFD-4C45-BD39-0E1F59D36D19}" srcId="{BDA4A642-B527-453E-866A-D62805AEC460}" destId="{DC133C5F-DEC3-4C10-A83C-27CAF33CBEEF}" srcOrd="0" destOrd="0" parTransId="{2CFDBD21-A63B-42D3-B661-CF33D3C66135}" sibTransId="{9D826372-F617-4DD2-B0E3-982479791131}"/>
    <dgm:cxn modelId="{8528A7D5-3C27-4F12-B29D-665431CA2E8A}" type="presOf" srcId="{BDA4A642-B527-453E-866A-D62805AEC460}" destId="{8F7408B4-4EC6-4442-ADEE-9C1DCF9C0C39}" srcOrd="0" destOrd="0" presId="urn:microsoft.com/office/officeart/2005/8/layout/list1"/>
    <dgm:cxn modelId="{DBC3C5FD-1828-4FB8-94F8-83CA318005AD}" type="presOf" srcId="{E1C5D00D-71D6-437D-8993-76EF31A1EFAB}" destId="{15D3010F-F9E5-4B4C-81BE-ACE487502C9F}" srcOrd="0" destOrd="0" presId="urn:microsoft.com/office/officeart/2005/8/layout/list1"/>
    <dgm:cxn modelId="{25369759-0AEB-4D82-A61B-1AF6B4F9F131}" type="presParOf" srcId="{3B19E95E-EDF3-41CC-9171-4FC0C6FC0943}" destId="{0E7393FF-BA31-4661-8BE2-A95886ED0945}" srcOrd="0" destOrd="0" presId="urn:microsoft.com/office/officeart/2005/8/layout/list1"/>
    <dgm:cxn modelId="{48200B4A-1840-4305-99A2-4F7C371B31E9}" type="presParOf" srcId="{0E7393FF-BA31-4661-8BE2-A95886ED0945}" destId="{8F7408B4-4EC6-4442-ADEE-9C1DCF9C0C39}" srcOrd="0" destOrd="0" presId="urn:microsoft.com/office/officeart/2005/8/layout/list1"/>
    <dgm:cxn modelId="{0C359A47-D8B1-4F2D-9654-FF37C1B98DA3}" type="presParOf" srcId="{0E7393FF-BA31-4661-8BE2-A95886ED0945}" destId="{806B48EC-1DE3-4143-AAFC-730B79BF1B7C}" srcOrd="1" destOrd="0" presId="urn:microsoft.com/office/officeart/2005/8/layout/list1"/>
    <dgm:cxn modelId="{1A20119F-8F4A-43A4-958F-25073E28D8CF}" type="presParOf" srcId="{3B19E95E-EDF3-41CC-9171-4FC0C6FC0943}" destId="{C0A0644F-6606-4ECD-B1E7-3CFA7EC6BF47}" srcOrd="1" destOrd="0" presId="urn:microsoft.com/office/officeart/2005/8/layout/list1"/>
    <dgm:cxn modelId="{454059D0-23F7-47A6-908C-BEF8AC2BA18B}" type="presParOf" srcId="{3B19E95E-EDF3-41CC-9171-4FC0C6FC0943}" destId="{F3AA0E78-C41A-4202-804B-DA7CADC5223B}" srcOrd="2" destOrd="0" presId="urn:microsoft.com/office/officeart/2005/8/layout/list1"/>
    <dgm:cxn modelId="{015FC845-3072-4C26-9EC3-2C3289844E5F}" type="presParOf" srcId="{3B19E95E-EDF3-41CC-9171-4FC0C6FC0943}" destId="{7496AADE-6B29-4412-BB0D-C324C43B53BF}" srcOrd="3" destOrd="0" presId="urn:microsoft.com/office/officeart/2005/8/layout/list1"/>
    <dgm:cxn modelId="{BAA90473-BE6C-4462-89EB-36171D133361}" type="presParOf" srcId="{3B19E95E-EDF3-41CC-9171-4FC0C6FC0943}" destId="{778676CE-C528-4041-8FD9-779EB628D762}" srcOrd="4" destOrd="0" presId="urn:microsoft.com/office/officeart/2005/8/layout/list1"/>
    <dgm:cxn modelId="{4FCAF53E-EEBC-4730-BDA3-947B5332C0F3}" type="presParOf" srcId="{778676CE-C528-4041-8FD9-779EB628D762}" destId="{15D3010F-F9E5-4B4C-81BE-ACE487502C9F}" srcOrd="0" destOrd="0" presId="urn:microsoft.com/office/officeart/2005/8/layout/list1"/>
    <dgm:cxn modelId="{1C905806-5127-4C43-97D9-A07645456423}" type="presParOf" srcId="{778676CE-C528-4041-8FD9-779EB628D762}" destId="{CFB98813-698A-42E6-ADCA-1875A4ADA30C}" srcOrd="1" destOrd="0" presId="urn:microsoft.com/office/officeart/2005/8/layout/list1"/>
    <dgm:cxn modelId="{CA0169A3-9D01-4C4E-9018-0CA58E4516FE}" type="presParOf" srcId="{3B19E95E-EDF3-41CC-9171-4FC0C6FC0943}" destId="{76255FD6-C5D4-40C5-8464-636566F466A5}" srcOrd="5" destOrd="0" presId="urn:microsoft.com/office/officeart/2005/8/layout/list1"/>
    <dgm:cxn modelId="{49C78C26-8189-4BC7-814A-6B0E9786B8B5}" type="presParOf" srcId="{3B19E95E-EDF3-41CC-9171-4FC0C6FC0943}" destId="{1F589317-B885-4953-A7AD-211ECC9C4754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79934A5-A6B2-4AD8-B2D0-D63E00023160}" type="doc">
      <dgm:prSet loTypeId="urn:microsoft.com/office/officeart/2005/8/layout/defaul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7EA6F4B-635B-47E0-B935-4F95E80089B9}">
      <dgm:prSet/>
      <dgm:spPr>
        <a:solidFill>
          <a:schemeClr val="accent1"/>
        </a:solidFill>
      </dgm:spPr>
      <dgm:t>
        <a:bodyPr/>
        <a:lstStyle/>
        <a:p>
          <a:r>
            <a:rPr lang="en-US"/>
            <a:t>Edge cases - using pytests</a:t>
          </a:r>
        </a:p>
      </dgm:t>
    </dgm:pt>
    <dgm:pt modelId="{89218CBF-1B23-4ACA-8556-8548C9594A33}" type="parTrans" cxnId="{E4A7DF29-3478-477A-ADB3-142560991263}">
      <dgm:prSet/>
      <dgm:spPr/>
      <dgm:t>
        <a:bodyPr/>
        <a:lstStyle/>
        <a:p>
          <a:endParaRPr lang="en-US"/>
        </a:p>
      </dgm:t>
    </dgm:pt>
    <dgm:pt modelId="{42A7D8C5-D69D-4EAD-908A-9CE002512462}" type="sibTrans" cxnId="{E4A7DF29-3478-477A-ADB3-142560991263}">
      <dgm:prSet/>
      <dgm:spPr/>
      <dgm:t>
        <a:bodyPr/>
        <a:lstStyle/>
        <a:p>
          <a:endParaRPr lang="en-US"/>
        </a:p>
      </dgm:t>
    </dgm:pt>
    <dgm:pt modelId="{131F3C5F-34A5-456E-8A96-313924438267}">
      <dgm:prSet/>
      <dgm:spPr>
        <a:solidFill>
          <a:schemeClr val="accent1"/>
        </a:solidFill>
      </dgm:spPr>
      <dgm:t>
        <a:bodyPr/>
        <a:lstStyle/>
        <a:p>
          <a:r>
            <a:rPr lang="en-US"/>
            <a:t>Integration - using pytests</a:t>
          </a:r>
        </a:p>
      </dgm:t>
    </dgm:pt>
    <dgm:pt modelId="{31A74FDA-E77E-4727-BB0E-091906917996}" type="parTrans" cxnId="{E828DA2E-4CB6-4D07-98FE-02E06B6B635A}">
      <dgm:prSet/>
      <dgm:spPr/>
      <dgm:t>
        <a:bodyPr/>
        <a:lstStyle/>
        <a:p>
          <a:endParaRPr lang="en-US"/>
        </a:p>
      </dgm:t>
    </dgm:pt>
    <dgm:pt modelId="{DD7E3EC6-444E-420B-A9EA-F46F934B5073}" type="sibTrans" cxnId="{E828DA2E-4CB6-4D07-98FE-02E06B6B635A}">
      <dgm:prSet/>
      <dgm:spPr/>
      <dgm:t>
        <a:bodyPr/>
        <a:lstStyle/>
        <a:p>
          <a:endParaRPr lang="en-US"/>
        </a:p>
      </dgm:t>
    </dgm:pt>
    <dgm:pt modelId="{C139974A-89E7-429F-97B7-78DC39B69A77}">
      <dgm:prSet/>
      <dgm:spPr>
        <a:solidFill>
          <a:schemeClr val="accent1"/>
        </a:solidFill>
      </dgm:spPr>
      <dgm:t>
        <a:bodyPr/>
        <a:lstStyle/>
        <a:p>
          <a:r>
            <a:rPr lang="en-US" dirty="0"/>
            <a:t>Postman – ensure data transfers between SQL and backend</a:t>
          </a:r>
        </a:p>
      </dgm:t>
    </dgm:pt>
    <dgm:pt modelId="{60E9622D-1B7C-476E-B153-B9064A08DD18}" type="parTrans" cxnId="{D6EF5910-FA4D-4DDA-BC82-EC77364FB446}">
      <dgm:prSet/>
      <dgm:spPr/>
      <dgm:t>
        <a:bodyPr/>
        <a:lstStyle/>
        <a:p>
          <a:endParaRPr lang="en-US"/>
        </a:p>
      </dgm:t>
    </dgm:pt>
    <dgm:pt modelId="{89089992-B4E3-499B-9FAE-F6E3501F5A6C}" type="sibTrans" cxnId="{D6EF5910-FA4D-4DDA-BC82-EC77364FB446}">
      <dgm:prSet/>
      <dgm:spPr/>
      <dgm:t>
        <a:bodyPr/>
        <a:lstStyle/>
        <a:p>
          <a:endParaRPr lang="en-US"/>
        </a:p>
      </dgm:t>
    </dgm:pt>
    <dgm:pt modelId="{6E3B63DC-CD54-4B76-870E-3F6EA515466F}">
      <dgm:prSet/>
      <dgm:spPr>
        <a:solidFill>
          <a:schemeClr val="accent1"/>
        </a:solidFill>
      </dgm:spPr>
      <dgm:t>
        <a:bodyPr/>
        <a:lstStyle/>
        <a:p>
          <a:r>
            <a:rPr lang="en-US" dirty="0"/>
            <a:t>End-to-end </a:t>
          </a:r>
          <a:r>
            <a:rPr lang="en-US"/>
            <a:t>– ensure </a:t>
          </a:r>
          <a:r>
            <a:rPr lang="en-US" dirty="0"/>
            <a:t>communication between all frameworks returns correct data throughout the whole app.</a:t>
          </a:r>
        </a:p>
      </dgm:t>
    </dgm:pt>
    <dgm:pt modelId="{DCDE6D09-0304-4D8F-887D-EA3677388C5A}" type="parTrans" cxnId="{2EF748BE-BE66-46E6-9899-C63FC1B1954B}">
      <dgm:prSet/>
      <dgm:spPr/>
      <dgm:t>
        <a:bodyPr/>
        <a:lstStyle/>
        <a:p>
          <a:endParaRPr lang="en-US"/>
        </a:p>
      </dgm:t>
    </dgm:pt>
    <dgm:pt modelId="{3E73E6EA-36DC-40FA-8DCE-351DB7646F5E}" type="sibTrans" cxnId="{2EF748BE-BE66-46E6-9899-C63FC1B1954B}">
      <dgm:prSet/>
      <dgm:spPr/>
      <dgm:t>
        <a:bodyPr/>
        <a:lstStyle/>
        <a:p>
          <a:endParaRPr lang="en-US"/>
        </a:p>
      </dgm:t>
    </dgm:pt>
    <dgm:pt modelId="{4FA4CB77-624B-4263-8B85-2018852491FE}">
      <dgm:prSet/>
      <dgm:spPr>
        <a:solidFill>
          <a:schemeClr val="accent1"/>
        </a:solidFill>
      </dgm:spPr>
      <dgm:t>
        <a:bodyPr/>
        <a:lstStyle/>
        <a:p>
          <a:r>
            <a:rPr lang="en-US" dirty="0"/>
            <a:t>Usability – Sent out to friends to try and give feed back</a:t>
          </a:r>
        </a:p>
      </dgm:t>
    </dgm:pt>
    <dgm:pt modelId="{6240BEE6-0FC9-4B6C-A1E2-6F6ACE0DEFD1}" type="parTrans" cxnId="{20F97045-01E8-4E52-9021-88144DC83789}">
      <dgm:prSet/>
      <dgm:spPr/>
      <dgm:t>
        <a:bodyPr/>
        <a:lstStyle/>
        <a:p>
          <a:endParaRPr lang="en-US"/>
        </a:p>
      </dgm:t>
    </dgm:pt>
    <dgm:pt modelId="{AC14D286-2A31-4964-B0F7-3BD51019B10D}" type="sibTrans" cxnId="{20F97045-01E8-4E52-9021-88144DC83789}">
      <dgm:prSet/>
      <dgm:spPr/>
      <dgm:t>
        <a:bodyPr/>
        <a:lstStyle/>
        <a:p>
          <a:endParaRPr lang="en-US"/>
        </a:p>
      </dgm:t>
    </dgm:pt>
    <dgm:pt modelId="{804866CE-AB1E-4205-AF46-DD6D1485848C}" type="pres">
      <dgm:prSet presAssocID="{579934A5-A6B2-4AD8-B2D0-D63E00023160}" presName="diagram" presStyleCnt="0">
        <dgm:presLayoutVars>
          <dgm:dir/>
          <dgm:resizeHandles val="exact"/>
        </dgm:presLayoutVars>
      </dgm:prSet>
      <dgm:spPr/>
    </dgm:pt>
    <dgm:pt modelId="{26EE4A6E-88DE-4E81-9DDA-93E67782B4E4}" type="pres">
      <dgm:prSet presAssocID="{E7EA6F4B-635B-47E0-B935-4F95E80089B9}" presName="node" presStyleLbl="node1" presStyleIdx="0" presStyleCnt="5">
        <dgm:presLayoutVars>
          <dgm:bulletEnabled val="1"/>
        </dgm:presLayoutVars>
      </dgm:prSet>
      <dgm:spPr/>
    </dgm:pt>
    <dgm:pt modelId="{7420D7C5-3DA5-47C9-99A5-E8A4F9C4E454}" type="pres">
      <dgm:prSet presAssocID="{42A7D8C5-D69D-4EAD-908A-9CE002512462}" presName="sibTrans" presStyleCnt="0"/>
      <dgm:spPr/>
    </dgm:pt>
    <dgm:pt modelId="{F2DA413E-7942-40FE-97A0-E5DAAEB64B59}" type="pres">
      <dgm:prSet presAssocID="{131F3C5F-34A5-456E-8A96-313924438267}" presName="node" presStyleLbl="node1" presStyleIdx="1" presStyleCnt="5">
        <dgm:presLayoutVars>
          <dgm:bulletEnabled val="1"/>
        </dgm:presLayoutVars>
      </dgm:prSet>
      <dgm:spPr/>
    </dgm:pt>
    <dgm:pt modelId="{D6CD4CC5-0C27-4EE6-A103-396FA0C77E39}" type="pres">
      <dgm:prSet presAssocID="{DD7E3EC6-444E-420B-A9EA-F46F934B5073}" presName="sibTrans" presStyleCnt="0"/>
      <dgm:spPr/>
    </dgm:pt>
    <dgm:pt modelId="{DB570F06-3413-4A7C-ADF8-012E7F83C15A}" type="pres">
      <dgm:prSet presAssocID="{C139974A-89E7-429F-97B7-78DC39B69A77}" presName="node" presStyleLbl="node1" presStyleIdx="2" presStyleCnt="5">
        <dgm:presLayoutVars>
          <dgm:bulletEnabled val="1"/>
        </dgm:presLayoutVars>
      </dgm:prSet>
      <dgm:spPr/>
    </dgm:pt>
    <dgm:pt modelId="{FB2F0017-20A6-4704-A1DF-70526947BE20}" type="pres">
      <dgm:prSet presAssocID="{89089992-B4E3-499B-9FAE-F6E3501F5A6C}" presName="sibTrans" presStyleCnt="0"/>
      <dgm:spPr/>
    </dgm:pt>
    <dgm:pt modelId="{6EFCB976-CD55-44D2-87F5-1214423BDEC9}" type="pres">
      <dgm:prSet presAssocID="{6E3B63DC-CD54-4B76-870E-3F6EA515466F}" presName="node" presStyleLbl="node1" presStyleIdx="3" presStyleCnt="5">
        <dgm:presLayoutVars>
          <dgm:bulletEnabled val="1"/>
        </dgm:presLayoutVars>
      </dgm:prSet>
      <dgm:spPr/>
    </dgm:pt>
    <dgm:pt modelId="{C4D4FA95-9C3A-4271-A82F-0FB6FA9F8606}" type="pres">
      <dgm:prSet presAssocID="{3E73E6EA-36DC-40FA-8DCE-351DB7646F5E}" presName="sibTrans" presStyleCnt="0"/>
      <dgm:spPr/>
    </dgm:pt>
    <dgm:pt modelId="{08F7CB28-76B6-47F7-B37B-B2AE08D1CE06}" type="pres">
      <dgm:prSet presAssocID="{4FA4CB77-624B-4263-8B85-2018852491FE}" presName="node" presStyleLbl="node1" presStyleIdx="4" presStyleCnt="5">
        <dgm:presLayoutVars>
          <dgm:bulletEnabled val="1"/>
        </dgm:presLayoutVars>
      </dgm:prSet>
      <dgm:spPr/>
    </dgm:pt>
  </dgm:ptLst>
  <dgm:cxnLst>
    <dgm:cxn modelId="{D6EF5910-FA4D-4DDA-BC82-EC77364FB446}" srcId="{579934A5-A6B2-4AD8-B2D0-D63E00023160}" destId="{C139974A-89E7-429F-97B7-78DC39B69A77}" srcOrd="2" destOrd="0" parTransId="{60E9622D-1B7C-476E-B153-B9064A08DD18}" sibTransId="{89089992-B4E3-499B-9FAE-F6E3501F5A6C}"/>
    <dgm:cxn modelId="{E4A7DF29-3478-477A-ADB3-142560991263}" srcId="{579934A5-A6B2-4AD8-B2D0-D63E00023160}" destId="{E7EA6F4B-635B-47E0-B935-4F95E80089B9}" srcOrd="0" destOrd="0" parTransId="{89218CBF-1B23-4ACA-8556-8548C9594A33}" sibTransId="{42A7D8C5-D69D-4EAD-908A-9CE002512462}"/>
    <dgm:cxn modelId="{E828DA2E-4CB6-4D07-98FE-02E06B6B635A}" srcId="{579934A5-A6B2-4AD8-B2D0-D63E00023160}" destId="{131F3C5F-34A5-456E-8A96-313924438267}" srcOrd="1" destOrd="0" parTransId="{31A74FDA-E77E-4727-BB0E-091906917996}" sibTransId="{DD7E3EC6-444E-420B-A9EA-F46F934B5073}"/>
    <dgm:cxn modelId="{29BC1C42-FBA8-4046-8E8B-BA874CC68E8D}" type="presOf" srcId="{131F3C5F-34A5-456E-8A96-313924438267}" destId="{F2DA413E-7942-40FE-97A0-E5DAAEB64B59}" srcOrd="0" destOrd="0" presId="urn:microsoft.com/office/officeart/2005/8/layout/default"/>
    <dgm:cxn modelId="{20F97045-01E8-4E52-9021-88144DC83789}" srcId="{579934A5-A6B2-4AD8-B2D0-D63E00023160}" destId="{4FA4CB77-624B-4263-8B85-2018852491FE}" srcOrd="4" destOrd="0" parTransId="{6240BEE6-0FC9-4B6C-A1E2-6F6ACE0DEFD1}" sibTransId="{AC14D286-2A31-4964-B0F7-3BD51019B10D}"/>
    <dgm:cxn modelId="{12E54246-9386-4842-8526-92592D850FEB}" type="presOf" srcId="{E7EA6F4B-635B-47E0-B935-4F95E80089B9}" destId="{26EE4A6E-88DE-4E81-9DDA-93E67782B4E4}" srcOrd="0" destOrd="0" presId="urn:microsoft.com/office/officeart/2005/8/layout/default"/>
    <dgm:cxn modelId="{9AA32C68-FF82-4844-91A5-D3AF3565D5EC}" type="presOf" srcId="{579934A5-A6B2-4AD8-B2D0-D63E00023160}" destId="{804866CE-AB1E-4205-AF46-DD6D1485848C}" srcOrd="0" destOrd="0" presId="urn:microsoft.com/office/officeart/2005/8/layout/default"/>
    <dgm:cxn modelId="{ED55264D-F0C1-492D-BA23-BC860FDFA82C}" type="presOf" srcId="{6E3B63DC-CD54-4B76-870E-3F6EA515466F}" destId="{6EFCB976-CD55-44D2-87F5-1214423BDEC9}" srcOrd="0" destOrd="0" presId="urn:microsoft.com/office/officeart/2005/8/layout/default"/>
    <dgm:cxn modelId="{33157099-B927-4370-BD4A-130713DDC6D1}" type="presOf" srcId="{4FA4CB77-624B-4263-8B85-2018852491FE}" destId="{08F7CB28-76B6-47F7-B37B-B2AE08D1CE06}" srcOrd="0" destOrd="0" presId="urn:microsoft.com/office/officeart/2005/8/layout/default"/>
    <dgm:cxn modelId="{2EF748BE-BE66-46E6-9899-C63FC1B1954B}" srcId="{579934A5-A6B2-4AD8-B2D0-D63E00023160}" destId="{6E3B63DC-CD54-4B76-870E-3F6EA515466F}" srcOrd="3" destOrd="0" parTransId="{DCDE6D09-0304-4D8F-887D-EA3677388C5A}" sibTransId="{3E73E6EA-36DC-40FA-8DCE-351DB7646F5E}"/>
    <dgm:cxn modelId="{144079CD-9A70-4922-A9E5-DAE52C301F6B}" type="presOf" srcId="{C139974A-89E7-429F-97B7-78DC39B69A77}" destId="{DB570F06-3413-4A7C-ADF8-012E7F83C15A}" srcOrd="0" destOrd="0" presId="urn:microsoft.com/office/officeart/2005/8/layout/default"/>
    <dgm:cxn modelId="{08EE0BC2-2DEB-4C62-89AF-21104E320663}" type="presParOf" srcId="{804866CE-AB1E-4205-AF46-DD6D1485848C}" destId="{26EE4A6E-88DE-4E81-9DDA-93E67782B4E4}" srcOrd="0" destOrd="0" presId="urn:microsoft.com/office/officeart/2005/8/layout/default"/>
    <dgm:cxn modelId="{5A4D041E-DC9A-4081-9D37-722B7F2D0A84}" type="presParOf" srcId="{804866CE-AB1E-4205-AF46-DD6D1485848C}" destId="{7420D7C5-3DA5-47C9-99A5-E8A4F9C4E454}" srcOrd="1" destOrd="0" presId="urn:microsoft.com/office/officeart/2005/8/layout/default"/>
    <dgm:cxn modelId="{7B43725E-7E6C-4FE6-B3FE-C42F3BDBBFAE}" type="presParOf" srcId="{804866CE-AB1E-4205-AF46-DD6D1485848C}" destId="{F2DA413E-7942-40FE-97A0-E5DAAEB64B59}" srcOrd="2" destOrd="0" presId="urn:microsoft.com/office/officeart/2005/8/layout/default"/>
    <dgm:cxn modelId="{90B51156-139F-4086-91A3-E02EFC5FA9D4}" type="presParOf" srcId="{804866CE-AB1E-4205-AF46-DD6D1485848C}" destId="{D6CD4CC5-0C27-4EE6-A103-396FA0C77E39}" srcOrd="3" destOrd="0" presId="urn:microsoft.com/office/officeart/2005/8/layout/default"/>
    <dgm:cxn modelId="{4D0F2BFD-8CC4-49E4-B595-A835119A1FF5}" type="presParOf" srcId="{804866CE-AB1E-4205-AF46-DD6D1485848C}" destId="{DB570F06-3413-4A7C-ADF8-012E7F83C15A}" srcOrd="4" destOrd="0" presId="urn:microsoft.com/office/officeart/2005/8/layout/default"/>
    <dgm:cxn modelId="{303D3A40-50B0-4A6D-9469-9AF86433CDD0}" type="presParOf" srcId="{804866CE-AB1E-4205-AF46-DD6D1485848C}" destId="{FB2F0017-20A6-4704-A1DF-70526947BE20}" srcOrd="5" destOrd="0" presId="urn:microsoft.com/office/officeart/2005/8/layout/default"/>
    <dgm:cxn modelId="{14EABB92-0C0E-413D-86EE-78F73A42B454}" type="presParOf" srcId="{804866CE-AB1E-4205-AF46-DD6D1485848C}" destId="{6EFCB976-CD55-44D2-87F5-1214423BDEC9}" srcOrd="6" destOrd="0" presId="urn:microsoft.com/office/officeart/2005/8/layout/default"/>
    <dgm:cxn modelId="{B8217295-4307-4647-9144-882440E2BFCC}" type="presParOf" srcId="{804866CE-AB1E-4205-AF46-DD6D1485848C}" destId="{C4D4FA95-9C3A-4271-A82F-0FB6FA9F8606}" srcOrd="7" destOrd="0" presId="urn:microsoft.com/office/officeart/2005/8/layout/default"/>
    <dgm:cxn modelId="{DE6E421E-855E-4CE9-897D-CD0EAEF25887}" type="presParOf" srcId="{804866CE-AB1E-4205-AF46-DD6D1485848C}" destId="{08F7CB28-76B6-47F7-B37B-B2AE08D1CE0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C7A444E-53BE-4870-AFC4-650346D5D1C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6363DB-AF96-420F-BA20-387AED4C785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Price updates to reflect the price in the websites</a:t>
          </a:r>
        </a:p>
      </dgm:t>
    </dgm:pt>
    <dgm:pt modelId="{D705682C-9111-409D-A61C-7AAA628B5662}" type="parTrans" cxnId="{93371C1E-07F9-4C3D-BE90-6968E8B869F9}">
      <dgm:prSet/>
      <dgm:spPr/>
      <dgm:t>
        <a:bodyPr/>
        <a:lstStyle/>
        <a:p>
          <a:endParaRPr lang="en-US"/>
        </a:p>
      </dgm:t>
    </dgm:pt>
    <dgm:pt modelId="{B149D227-EBF4-4C65-ABDC-499A7F5560E4}" type="sibTrans" cxnId="{93371C1E-07F9-4C3D-BE90-6968E8B869F9}">
      <dgm:prSet/>
      <dgm:spPr/>
      <dgm:t>
        <a:bodyPr/>
        <a:lstStyle/>
        <a:p>
          <a:endParaRPr lang="en-US"/>
        </a:p>
      </dgm:t>
    </dgm:pt>
    <dgm:pt modelId="{46263AC9-DA6E-4F93-9241-20A96DE5567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Add other sites that have these computer components</a:t>
          </a:r>
        </a:p>
      </dgm:t>
    </dgm:pt>
    <dgm:pt modelId="{37D92ED3-2B37-4771-B86E-C16BACE63405}" type="parTrans" cxnId="{5A12354C-5DD4-49A3-9C2F-02BE192EDBFA}">
      <dgm:prSet/>
      <dgm:spPr/>
      <dgm:t>
        <a:bodyPr/>
        <a:lstStyle/>
        <a:p>
          <a:endParaRPr lang="en-US"/>
        </a:p>
      </dgm:t>
    </dgm:pt>
    <dgm:pt modelId="{076DE04A-7915-419F-B6C6-8471ABEABC5D}" type="sibTrans" cxnId="{5A12354C-5DD4-49A3-9C2F-02BE192EDBFA}">
      <dgm:prSet/>
      <dgm:spPr/>
      <dgm:t>
        <a:bodyPr/>
        <a:lstStyle/>
        <a:p>
          <a:endParaRPr lang="en-US"/>
        </a:p>
      </dgm:t>
    </dgm:pt>
    <dgm:pt modelId="{77AA83F8-D282-4014-AADF-57427DBF7E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cart that separates items from different websites that users want to buy</a:t>
          </a:r>
        </a:p>
      </dgm:t>
    </dgm:pt>
    <dgm:pt modelId="{977B42B5-4295-4ADC-8106-F8F7D1C0B154}" type="parTrans" cxnId="{B16D8EB0-40B3-45B4-9766-DD6D5589B3F0}">
      <dgm:prSet/>
      <dgm:spPr/>
      <dgm:t>
        <a:bodyPr/>
        <a:lstStyle/>
        <a:p>
          <a:endParaRPr lang="en-US"/>
        </a:p>
      </dgm:t>
    </dgm:pt>
    <dgm:pt modelId="{2315D574-55AC-461E-B524-252F8B68753C}" type="sibTrans" cxnId="{B16D8EB0-40B3-45B4-9766-DD6D5589B3F0}">
      <dgm:prSet/>
      <dgm:spPr/>
      <dgm:t>
        <a:bodyPr/>
        <a:lstStyle/>
        <a:p>
          <a:endParaRPr lang="en-US"/>
        </a:p>
      </dgm:t>
    </dgm:pt>
    <dgm:pt modelId="{E4E839D8-DEEA-436A-9100-B923A018B3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Create different categories of items to compare other than computer parts</a:t>
          </a:r>
        </a:p>
      </dgm:t>
    </dgm:pt>
    <dgm:pt modelId="{88A515CD-7249-4F20-B528-09037E5EF04B}" type="parTrans" cxnId="{2184FB98-EC74-43D3-A9FB-4535F7CB5C90}">
      <dgm:prSet/>
      <dgm:spPr/>
      <dgm:t>
        <a:bodyPr/>
        <a:lstStyle/>
        <a:p>
          <a:endParaRPr lang="en-US"/>
        </a:p>
      </dgm:t>
    </dgm:pt>
    <dgm:pt modelId="{8A3D97D1-710B-4CE6-8015-F79DA28AB616}" type="sibTrans" cxnId="{2184FB98-EC74-43D3-A9FB-4535F7CB5C90}">
      <dgm:prSet/>
      <dgm:spPr/>
      <dgm:t>
        <a:bodyPr/>
        <a:lstStyle/>
        <a:p>
          <a:endParaRPr lang="en-US"/>
        </a:p>
      </dgm:t>
    </dgm:pt>
    <dgm:pt modelId="{FC8EFB68-0FC2-4D3F-8E98-C7FABA4010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Add ability to have user edit or delete a comment</a:t>
          </a:r>
        </a:p>
      </dgm:t>
    </dgm:pt>
    <dgm:pt modelId="{FE9B769E-1F75-453B-8376-D6423A2C6A90}" type="parTrans" cxnId="{6B925374-41EB-4BD7-92B8-138449B81ABA}">
      <dgm:prSet/>
      <dgm:spPr/>
      <dgm:t>
        <a:bodyPr/>
        <a:lstStyle/>
        <a:p>
          <a:endParaRPr lang="en-US"/>
        </a:p>
      </dgm:t>
    </dgm:pt>
    <dgm:pt modelId="{533EB8CD-3904-4294-AA12-82DB303DF34D}" type="sibTrans" cxnId="{6B925374-41EB-4BD7-92B8-138449B81ABA}">
      <dgm:prSet/>
      <dgm:spPr/>
      <dgm:t>
        <a:bodyPr/>
        <a:lstStyle/>
        <a:p>
          <a:endParaRPr lang="en-US"/>
        </a:p>
      </dgm:t>
    </dgm:pt>
    <dgm:pt modelId="{4BB8D42A-4E1C-4B04-9D5D-BFBF12BA50EE}" type="pres">
      <dgm:prSet presAssocID="{7C7A444E-53BE-4870-AFC4-650346D5D1C7}" presName="root" presStyleCnt="0">
        <dgm:presLayoutVars>
          <dgm:dir/>
          <dgm:resizeHandles val="exact"/>
        </dgm:presLayoutVars>
      </dgm:prSet>
      <dgm:spPr/>
    </dgm:pt>
    <dgm:pt modelId="{94AF8B42-3422-49CD-9037-2388EADC6406}" type="pres">
      <dgm:prSet presAssocID="{986363DB-AF96-420F-BA20-387AED4C785F}" presName="compNode" presStyleCnt="0"/>
      <dgm:spPr/>
    </dgm:pt>
    <dgm:pt modelId="{78C3D0E5-F75B-4EE0-9E7D-3196613311A3}" type="pres">
      <dgm:prSet presAssocID="{986363DB-AF96-420F-BA20-387AED4C785F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645FE0F-1EF1-46DB-A0DF-FA336FE1F25B}" type="pres">
      <dgm:prSet presAssocID="{986363DB-AF96-420F-BA20-387AED4C785F}" presName="spaceRect" presStyleCnt="0"/>
      <dgm:spPr/>
    </dgm:pt>
    <dgm:pt modelId="{FFBDC69F-01D2-4371-BDC7-AE7952D64B79}" type="pres">
      <dgm:prSet presAssocID="{986363DB-AF96-420F-BA20-387AED4C785F}" presName="textRect" presStyleLbl="revTx" presStyleIdx="0" presStyleCnt="5">
        <dgm:presLayoutVars>
          <dgm:chMax val="1"/>
          <dgm:chPref val="1"/>
        </dgm:presLayoutVars>
      </dgm:prSet>
      <dgm:spPr/>
    </dgm:pt>
    <dgm:pt modelId="{92759FD1-CF28-4C6D-85CD-54C3B093B1D0}" type="pres">
      <dgm:prSet presAssocID="{B149D227-EBF4-4C65-ABDC-499A7F5560E4}" presName="sibTrans" presStyleCnt="0"/>
      <dgm:spPr/>
    </dgm:pt>
    <dgm:pt modelId="{4328FD58-68B5-4817-9F44-5A557BAE8E43}" type="pres">
      <dgm:prSet presAssocID="{46263AC9-DA6E-4F93-9241-20A96DE5567B}" presName="compNode" presStyleCnt="0"/>
      <dgm:spPr/>
    </dgm:pt>
    <dgm:pt modelId="{FE10DCAC-4076-460E-B3FC-9D85E790649C}" type="pres">
      <dgm:prSet presAssocID="{46263AC9-DA6E-4F93-9241-20A96DE5567B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F80FB0F3-6E9C-45A0-A130-CAC4E1FEA091}" type="pres">
      <dgm:prSet presAssocID="{46263AC9-DA6E-4F93-9241-20A96DE5567B}" presName="spaceRect" presStyleCnt="0"/>
      <dgm:spPr/>
    </dgm:pt>
    <dgm:pt modelId="{B7A48102-7F8D-442D-B906-C12080644E5F}" type="pres">
      <dgm:prSet presAssocID="{46263AC9-DA6E-4F93-9241-20A96DE5567B}" presName="textRect" presStyleLbl="revTx" presStyleIdx="1" presStyleCnt="5">
        <dgm:presLayoutVars>
          <dgm:chMax val="1"/>
          <dgm:chPref val="1"/>
        </dgm:presLayoutVars>
      </dgm:prSet>
      <dgm:spPr/>
    </dgm:pt>
    <dgm:pt modelId="{7FA3B31B-E5F9-4EA1-AE8E-D0597C0B24FE}" type="pres">
      <dgm:prSet presAssocID="{076DE04A-7915-419F-B6C6-8471ABEABC5D}" presName="sibTrans" presStyleCnt="0"/>
      <dgm:spPr/>
    </dgm:pt>
    <dgm:pt modelId="{2491CD2D-2942-486C-8077-CADA11118A31}" type="pres">
      <dgm:prSet presAssocID="{77AA83F8-D282-4014-AADF-57427DBF7E5E}" presName="compNode" presStyleCnt="0"/>
      <dgm:spPr/>
    </dgm:pt>
    <dgm:pt modelId="{EED600F5-E762-4604-8270-F7C0B8E9B4CA}" type="pres">
      <dgm:prSet presAssocID="{77AA83F8-D282-4014-AADF-57427DBF7E5E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opping cart"/>
        </a:ext>
      </dgm:extLst>
    </dgm:pt>
    <dgm:pt modelId="{8FB324ED-A42A-49CD-B27F-4E2B66020D90}" type="pres">
      <dgm:prSet presAssocID="{77AA83F8-D282-4014-AADF-57427DBF7E5E}" presName="spaceRect" presStyleCnt="0"/>
      <dgm:spPr/>
    </dgm:pt>
    <dgm:pt modelId="{930519E3-BD6E-4412-B1B1-53E75F74C4E2}" type="pres">
      <dgm:prSet presAssocID="{77AA83F8-D282-4014-AADF-57427DBF7E5E}" presName="textRect" presStyleLbl="revTx" presStyleIdx="2" presStyleCnt="5">
        <dgm:presLayoutVars>
          <dgm:chMax val="1"/>
          <dgm:chPref val="1"/>
        </dgm:presLayoutVars>
      </dgm:prSet>
      <dgm:spPr/>
    </dgm:pt>
    <dgm:pt modelId="{567752FE-BB45-477C-99AE-BED7DE5555BC}" type="pres">
      <dgm:prSet presAssocID="{2315D574-55AC-461E-B524-252F8B68753C}" presName="sibTrans" presStyleCnt="0"/>
      <dgm:spPr/>
    </dgm:pt>
    <dgm:pt modelId="{E290F000-1287-4543-B992-9671D314B997}" type="pres">
      <dgm:prSet presAssocID="{E4E839D8-DEEA-436A-9100-B923A018B352}" presName="compNode" presStyleCnt="0"/>
      <dgm:spPr/>
    </dgm:pt>
    <dgm:pt modelId="{C11576D3-D6F6-4532-8F0A-1005BF26DFC1}" type="pres">
      <dgm:prSet presAssocID="{E4E839D8-DEEA-436A-9100-B923A018B352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4E31905-F392-4A18-9FB4-9F6370C7C4FF}" type="pres">
      <dgm:prSet presAssocID="{E4E839D8-DEEA-436A-9100-B923A018B352}" presName="spaceRect" presStyleCnt="0"/>
      <dgm:spPr/>
    </dgm:pt>
    <dgm:pt modelId="{E5E9FD0D-02EF-44AC-A301-752C933FEAB2}" type="pres">
      <dgm:prSet presAssocID="{E4E839D8-DEEA-436A-9100-B923A018B352}" presName="textRect" presStyleLbl="revTx" presStyleIdx="3" presStyleCnt="5">
        <dgm:presLayoutVars>
          <dgm:chMax val="1"/>
          <dgm:chPref val="1"/>
        </dgm:presLayoutVars>
      </dgm:prSet>
      <dgm:spPr/>
    </dgm:pt>
    <dgm:pt modelId="{06623BDF-384D-4AA3-B232-A61F77EB3618}" type="pres">
      <dgm:prSet presAssocID="{8A3D97D1-710B-4CE6-8015-F79DA28AB616}" presName="sibTrans" presStyleCnt="0"/>
      <dgm:spPr/>
    </dgm:pt>
    <dgm:pt modelId="{4934D6FC-1AF8-404A-A6B2-62432034AE3B}" type="pres">
      <dgm:prSet presAssocID="{FC8EFB68-0FC2-4D3F-8E98-C7FABA4010E1}" presName="compNode" presStyleCnt="0"/>
      <dgm:spPr/>
    </dgm:pt>
    <dgm:pt modelId="{1FE76C37-DCA0-441D-84EB-5F083071E988}" type="pres">
      <dgm:prSet presAssocID="{FC8EFB68-0FC2-4D3F-8E98-C7FABA4010E1}" presName="iconRect" presStyleLbl="node1" presStyleIdx="4" presStyleCnt="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ment Important with solid fill"/>
        </a:ext>
      </dgm:extLst>
    </dgm:pt>
    <dgm:pt modelId="{AFEA0078-2A0A-4C8A-B2BF-F36882421403}" type="pres">
      <dgm:prSet presAssocID="{FC8EFB68-0FC2-4D3F-8E98-C7FABA4010E1}" presName="spaceRect" presStyleCnt="0"/>
      <dgm:spPr/>
    </dgm:pt>
    <dgm:pt modelId="{9BA0254A-1A1A-4D1B-A24F-97A69AE1C632}" type="pres">
      <dgm:prSet presAssocID="{FC8EFB68-0FC2-4D3F-8E98-C7FABA4010E1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34491107-1574-43C7-A935-7F74D43A0DB8}" type="presOf" srcId="{77AA83F8-D282-4014-AADF-57427DBF7E5E}" destId="{930519E3-BD6E-4412-B1B1-53E75F74C4E2}" srcOrd="0" destOrd="0" presId="urn:microsoft.com/office/officeart/2018/2/layout/IconLabelList"/>
    <dgm:cxn modelId="{15AD3F09-4C41-4B2F-A122-94AA1AC07A80}" type="presOf" srcId="{E4E839D8-DEEA-436A-9100-B923A018B352}" destId="{E5E9FD0D-02EF-44AC-A301-752C933FEAB2}" srcOrd="0" destOrd="0" presId="urn:microsoft.com/office/officeart/2018/2/layout/IconLabelList"/>
    <dgm:cxn modelId="{93371C1E-07F9-4C3D-BE90-6968E8B869F9}" srcId="{7C7A444E-53BE-4870-AFC4-650346D5D1C7}" destId="{986363DB-AF96-420F-BA20-387AED4C785F}" srcOrd="0" destOrd="0" parTransId="{D705682C-9111-409D-A61C-7AAA628B5662}" sibTransId="{B149D227-EBF4-4C65-ABDC-499A7F5560E4}"/>
    <dgm:cxn modelId="{71F44220-B661-40EB-8D91-D7294ADE4928}" type="presOf" srcId="{46263AC9-DA6E-4F93-9241-20A96DE5567B}" destId="{B7A48102-7F8D-442D-B906-C12080644E5F}" srcOrd="0" destOrd="0" presId="urn:microsoft.com/office/officeart/2018/2/layout/IconLabelList"/>
    <dgm:cxn modelId="{3357C826-6030-4314-AE83-0B6D42388351}" type="presOf" srcId="{FC8EFB68-0FC2-4D3F-8E98-C7FABA4010E1}" destId="{9BA0254A-1A1A-4D1B-A24F-97A69AE1C632}" srcOrd="0" destOrd="0" presId="urn:microsoft.com/office/officeart/2018/2/layout/IconLabelList"/>
    <dgm:cxn modelId="{5A12354C-5DD4-49A3-9C2F-02BE192EDBFA}" srcId="{7C7A444E-53BE-4870-AFC4-650346D5D1C7}" destId="{46263AC9-DA6E-4F93-9241-20A96DE5567B}" srcOrd="1" destOrd="0" parTransId="{37D92ED3-2B37-4771-B86E-C16BACE63405}" sibTransId="{076DE04A-7915-419F-B6C6-8471ABEABC5D}"/>
    <dgm:cxn modelId="{6B925374-41EB-4BD7-92B8-138449B81ABA}" srcId="{7C7A444E-53BE-4870-AFC4-650346D5D1C7}" destId="{FC8EFB68-0FC2-4D3F-8E98-C7FABA4010E1}" srcOrd="4" destOrd="0" parTransId="{FE9B769E-1F75-453B-8376-D6423A2C6A90}" sibTransId="{533EB8CD-3904-4294-AA12-82DB303DF34D}"/>
    <dgm:cxn modelId="{2184FB98-EC74-43D3-A9FB-4535F7CB5C90}" srcId="{7C7A444E-53BE-4870-AFC4-650346D5D1C7}" destId="{E4E839D8-DEEA-436A-9100-B923A018B352}" srcOrd="3" destOrd="0" parTransId="{88A515CD-7249-4F20-B528-09037E5EF04B}" sibTransId="{8A3D97D1-710B-4CE6-8015-F79DA28AB616}"/>
    <dgm:cxn modelId="{B16D8EB0-40B3-45B4-9766-DD6D5589B3F0}" srcId="{7C7A444E-53BE-4870-AFC4-650346D5D1C7}" destId="{77AA83F8-D282-4014-AADF-57427DBF7E5E}" srcOrd="2" destOrd="0" parTransId="{977B42B5-4295-4ADC-8106-F8F7D1C0B154}" sibTransId="{2315D574-55AC-461E-B524-252F8B68753C}"/>
    <dgm:cxn modelId="{65BEB0B4-8C80-4CEA-95B4-2E5E2C67B8D0}" type="presOf" srcId="{7C7A444E-53BE-4870-AFC4-650346D5D1C7}" destId="{4BB8D42A-4E1C-4B04-9D5D-BFBF12BA50EE}" srcOrd="0" destOrd="0" presId="urn:microsoft.com/office/officeart/2018/2/layout/IconLabelList"/>
    <dgm:cxn modelId="{DEC8E7F5-A7C8-4936-9F98-51920EAFB0D3}" type="presOf" srcId="{986363DB-AF96-420F-BA20-387AED4C785F}" destId="{FFBDC69F-01D2-4371-BDC7-AE7952D64B79}" srcOrd="0" destOrd="0" presId="urn:microsoft.com/office/officeart/2018/2/layout/IconLabelList"/>
    <dgm:cxn modelId="{1EC45AA6-3190-43F2-B004-F2C46049A8CB}" type="presParOf" srcId="{4BB8D42A-4E1C-4B04-9D5D-BFBF12BA50EE}" destId="{94AF8B42-3422-49CD-9037-2388EADC6406}" srcOrd="0" destOrd="0" presId="urn:microsoft.com/office/officeart/2018/2/layout/IconLabelList"/>
    <dgm:cxn modelId="{1D9B0559-FA57-428A-8DA1-3E29DF1B4B99}" type="presParOf" srcId="{94AF8B42-3422-49CD-9037-2388EADC6406}" destId="{78C3D0E5-F75B-4EE0-9E7D-3196613311A3}" srcOrd="0" destOrd="0" presId="urn:microsoft.com/office/officeart/2018/2/layout/IconLabelList"/>
    <dgm:cxn modelId="{95384B72-A30D-4CD2-857E-1E4E548DB750}" type="presParOf" srcId="{94AF8B42-3422-49CD-9037-2388EADC6406}" destId="{9645FE0F-1EF1-46DB-A0DF-FA336FE1F25B}" srcOrd="1" destOrd="0" presId="urn:microsoft.com/office/officeart/2018/2/layout/IconLabelList"/>
    <dgm:cxn modelId="{FA30B5C1-3EC6-43C6-853E-9492FE087974}" type="presParOf" srcId="{94AF8B42-3422-49CD-9037-2388EADC6406}" destId="{FFBDC69F-01D2-4371-BDC7-AE7952D64B79}" srcOrd="2" destOrd="0" presId="urn:microsoft.com/office/officeart/2018/2/layout/IconLabelList"/>
    <dgm:cxn modelId="{940BFA24-4E7A-4E5B-AD75-B9494D2E5CE1}" type="presParOf" srcId="{4BB8D42A-4E1C-4B04-9D5D-BFBF12BA50EE}" destId="{92759FD1-CF28-4C6D-85CD-54C3B093B1D0}" srcOrd="1" destOrd="0" presId="urn:microsoft.com/office/officeart/2018/2/layout/IconLabelList"/>
    <dgm:cxn modelId="{EC697348-D0DF-455A-8620-34EFC2E08525}" type="presParOf" srcId="{4BB8D42A-4E1C-4B04-9D5D-BFBF12BA50EE}" destId="{4328FD58-68B5-4817-9F44-5A557BAE8E43}" srcOrd="2" destOrd="0" presId="urn:microsoft.com/office/officeart/2018/2/layout/IconLabelList"/>
    <dgm:cxn modelId="{8541C347-6309-4B8E-864F-260849FA9C01}" type="presParOf" srcId="{4328FD58-68B5-4817-9F44-5A557BAE8E43}" destId="{FE10DCAC-4076-460E-B3FC-9D85E790649C}" srcOrd="0" destOrd="0" presId="urn:microsoft.com/office/officeart/2018/2/layout/IconLabelList"/>
    <dgm:cxn modelId="{21D977F7-D019-4073-94D5-2A85D59936A2}" type="presParOf" srcId="{4328FD58-68B5-4817-9F44-5A557BAE8E43}" destId="{F80FB0F3-6E9C-45A0-A130-CAC4E1FEA091}" srcOrd="1" destOrd="0" presId="urn:microsoft.com/office/officeart/2018/2/layout/IconLabelList"/>
    <dgm:cxn modelId="{87117952-D340-4FD3-B84B-7A5A6B41184A}" type="presParOf" srcId="{4328FD58-68B5-4817-9F44-5A557BAE8E43}" destId="{B7A48102-7F8D-442D-B906-C12080644E5F}" srcOrd="2" destOrd="0" presId="urn:microsoft.com/office/officeart/2018/2/layout/IconLabelList"/>
    <dgm:cxn modelId="{B8D58E43-6F07-4BB7-9FE6-226223FB6327}" type="presParOf" srcId="{4BB8D42A-4E1C-4B04-9D5D-BFBF12BA50EE}" destId="{7FA3B31B-E5F9-4EA1-AE8E-D0597C0B24FE}" srcOrd="3" destOrd="0" presId="urn:microsoft.com/office/officeart/2018/2/layout/IconLabelList"/>
    <dgm:cxn modelId="{655A58C1-58B4-4207-9570-3DA759835C90}" type="presParOf" srcId="{4BB8D42A-4E1C-4B04-9D5D-BFBF12BA50EE}" destId="{2491CD2D-2942-486C-8077-CADA11118A31}" srcOrd="4" destOrd="0" presId="urn:microsoft.com/office/officeart/2018/2/layout/IconLabelList"/>
    <dgm:cxn modelId="{725F774B-6E09-42F6-9574-6A3DA5A25691}" type="presParOf" srcId="{2491CD2D-2942-486C-8077-CADA11118A31}" destId="{EED600F5-E762-4604-8270-F7C0B8E9B4CA}" srcOrd="0" destOrd="0" presId="urn:microsoft.com/office/officeart/2018/2/layout/IconLabelList"/>
    <dgm:cxn modelId="{C0B34907-5DD1-48EC-B539-D4A70FCE4592}" type="presParOf" srcId="{2491CD2D-2942-486C-8077-CADA11118A31}" destId="{8FB324ED-A42A-49CD-B27F-4E2B66020D90}" srcOrd="1" destOrd="0" presId="urn:microsoft.com/office/officeart/2018/2/layout/IconLabelList"/>
    <dgm:cxn modelId="{66A83F05-DF9B-45F1-97E6-6E5662BCCEB0}" type="presParOf" srcId="{2491CD2D-2942-486C-8077-CADA11118A31}" destId="{930519E3-BD6E-4412-B1B1-53E75F74C4E2}" srcOrd="2" destOrd="0" presId="urn:microsoft.com/office/officeart/2018/2/layout/IconLabelList"/>
    <dgm:cxn modelId="{7D5C52CC-F0F6-484F-9C97-D1C037068282}" type="presParOf" srcId="{4BB8D42A-4E1C-4B04-9D5D-BFBF12BA50EE}" destId="{567752FE-BB45-477C-99AE-BED7DE5555BC}" srcOrd="5" destOrd="0" presId="urn:microsoft.com/office/officeart/2018/2/layout/IconLabelList"/>
    <dgm:cxn modelId="{043944D2-F256-4634-A8EC-1DC69C15E4A2}" type="presParOf" srcId="{4BB8D42A-4E1C-4B04-9D5D-BFBF12BA50EE}" destId="{E290F000-1287-4543-B992-9671D314B997}" srcOrd="6" destOrd="0" presId="urn:microsoft.com/office/officeart/2018/2/layout/IconLabelList"/>
    <dgm:cxn modelId="{56AD14DD-EF70-4E11-BE09-7FFB7619C549}" type="presParOf" srcId="{E290F000-1287-4543-B992-9671D314B997}" destId="{C11576D3-D6F6-4532-8F0A-1005BF26DFC1}" srcOrd="0" destOrd="0" presId="urn:microsoft.com/office/officeart/2018/2/layout/IconLabelList"/>
    <dgm:cxn modelId="{47028514-D3FF-4CD5-A0C1-76C3ADF0C991}" type="presParOf" srcId="{E290F000-1287-4543-B992-9671D314B997}" destId="{C4E31905-F392-4A18-9FB4-9F6370C7C4FF}" srcOrd="1" destOrd="0" presId="urn:microsoft.com/office/officeart/2018/2/layout/IconLabelList"/>
    <dgm:cxn modelId="{EBB76BF3-61DC-494E-8360-0060C4FBF57B}" type="presParOf" srcId="{E290F000-1287-4543-B992-9671D314B997}" destId="{E5E9FD0D-02EF-44AC-A301-752C933FEAB2}" srcOrd="2" destOrd="0" presId="urn:microsoft.com/office/officeart/2018/2/layout/IconLabelList"/>
    <dgm:cxn modelId="{D23ECBDD-6B7E-4B92-8EE1-EDABB5105784}" type="presParOf" srcId="{4BB8D42A-4E1C-4B04-9D5D-BFBF12BA50EE}" destId="{06623BDF-384D-4AA3-B232-A61F77EB3618}" srcOrd="7" destOrd="0" presId="urn:microsoft.com/office/officeart/2018/2/layout/IconLabelList"/>
    <dgm:cxn modelId="{FCB46C89-6BBD-4E57-9541-40BF51C5CAA8}" type="presParOf" srcId="{4BB8D42A-4E1C-4B04-9D5D-BFBF12BA50EE}" destId="{4934D6FC-1AF8-404A-A6B2-62432034AE3B}" srcOrd="8" destOrd="0" presId="urn:microsoft.com/office/officeart/2018/2/layout/IconLabelList"/>
    <dgm:cxn modelId="{7FE7FF6B-4EF7-4551-9A7C-29DBA04123F7}" type="presParOf" srcId="{4934D6FC-1AF8-404A-A6B2-62432034AE3B}" destId="{1FE76C37-DCA0-441D-84EB-5F083071E988}" srcOrd="0" destOrd="0" presId="urn:microsoft.com/office/officeart/2018/2/layout/IconLabelList"/>
    <dgm:cxn modelId="{1B66D570-D19D-4D68-A669-DDB88C554A3D}" type="presParOf" srcId="{4934D6FC-1AF8-404A-A6B2-62432034AE3B}" destId="{AFEA0078-2A0A-4C8A-B2BF-F36882421403}" srcOrd="1" destOrd="0" presId="urn:microsoft.com/office/officeart/2018/2/layout/IconLabelList"/>
    <dgm:cxn modelId="{874F5985-E748-4EF4-BC05-91AC04C23FA6}" type="presParOf" srcId="{4934D6FC-1AF8-404A-A6B2-62432034AE3B}" destId="{9BA0254A-1A1A-4D1B-A24F-97A69AE1C63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6236DE4-F253-41F7-85F7-198399E1786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FC20785-2950-476B-99AD-8D2AE2BB0DCF}">
      <dgm:prSet/>
      <dgm:spPr/>
      <dgm:t>
        <a:bodyPr/>
        <a:lstStyle/>
        <a:p>
          <a:r>
            <a:rPr lang="en-US"/>
            <a:t>ComparePro is a full stack web application</a:t>
          </a:r>
        </a:p>
      </dgm:t>
    </dgm:pt>
    <dgm:pt modelId="{B3598E1F-F85A-4666-9AA2-D1D9610F5104}" type="parTrans" cxnId="{E0A39ABD-28BE-42AA-B603-7B255B60CD0C}">
      <dgm:prSet/>
      <dgm:spPr/>
      <dgm:t>
        <a:bodyPr/>
        <a:lstStyle/>
        <a:p>
          <a:endParaRPr lang="en-US"/>
        </a:p>
      </dgm:t>
    </dgm:pt>
    <dgm:pt modelId="{F6C2C690-816F-4A32-9D14-4311213B1EB7}" type="sibTrans" cxnId="{E0A39ABD-28BE-42AA-B603-7B255B60CD0C}">
      <dgm:prSet/>
      <dgm:spPr/>
      <dgm:t>
        <a:bodyPr/>
        <a:lstStyle/>
        <a:p>
          <a:endParaRPr lang="en-US"/>
        </a:p>
      </dgm:t>
    </dgm:pt>
    <dgm:pt modelId="{7D6F0ED3-5F7B-484C-8BE3-C15F1B34002A}">
      <dgm:prSet/>
      <dgm:spPr/>
      <dgm:t>
        <a:bodyPr/>
        <a:lstStyle/>
        <a:p>
          <a:r>
            <a:rPr lang="en-US"/>
            <a:t>Uses a layered architecture with React, Python, and SSMS</a:t>
          </a:r>
        </a:p>
      </dgm:t>
    </dgm:pt>
    <dgm:pt modelId="{65534813-368F-4927-8190-DC0FEF5668B8}" type="parTrans" cxnId="{83782C2C-CD6B-4001-8111-AA3C5D1E69B1}">
      <dgm:prSet/>
      <dgm:spPr/>
      <dgm:t>
        <a:bodyPr/>
        <a:lstStyle/>
        <a:p>
          <a:endParaRPr lang="en-US"/>
        </a:p>
      </dgm:t>
    </dgm:pt>
    <dgm:pt modelId="{6E3AC06C-E27A-43AD-8962-68F4BDDF4980}" type="sibTrans" cxnId="{83782C2C-CD6B-4001-8111-AA3C5D1E69B1}">
      <dgm:prSet/>
      <dgm:spPr/>
      <dgm:t>
        <a:bodyPr/>
        <a:lstStyle/>
        <a:p>
          <a:endParaRPr lang="en-US"/>
        </a:p>
      </dgm:t>
    </dgm:pt>
    <dgm:pt modelId="{3A30BDC7-5B46-4D3B-A984-D092662C5DB6}">
      <dgm:prSet/>
      <dgm:spPr/>
      <dgm:t>
        <a:bodyPr/>
        <a:lstStyle/>
        <a:p>
          <a:r>
            <a:rPr lang="en-US"/>
            <a:t>Improves researching computer components across multiple websites</a:t>
          </a:r>
        </a:p>
      </dgm:t>
    </dgm:pt>
    <dgm:pt modelId="{D4798093-5D80-40BA-9E65-23B65534B0DD}" type="parTrans" cxnId="{E61E01B6-E560-49CB-8A1D-3F95F73F06DA}">
      <dgm:prSet/>
      <dgm:spPr/>
      <dgm:t>
        <a:bodyPr/>
        <a:lstStyle/>
        <a:p>
          <a:endParaRPr lang="en-US"/>
        </a:p>
      </dgm:t>
    </dgm:pt>
    <dgm:pt modelId="{58657948-443C-4380-925E-EEDE63AF2C3E}" type="sibTrans" cxnId="{E61E01B6-E560-49CB-8A1D-3F95F73F06DA}">
      <dgm:prSet/>
      <dgm:spPr/>
      <dgm:t>
        <a:bodyPr/>
        <a:lstStyle/>
        <a:p>
          <a:endParaRPr lang="en-US"/>
        </a:p>
      </dgm:t>
    </dgm:pt>
    <dgm:pt modelId="{9D41B1B5-3C0F-467B-9306-9DBCC7C690A7}" type="pres">
      <dgm:prSet presAssocID="{56236DE4-F253-41F7-85F7-198399E17869}" presName="root" presStyleCnt="0">
        <dgm:presLayoutVars>
          <dgm:dir/>
          <dgm:resizeHandles val="exact"/>
        </dgm:presLayoutVars>
      </dgm:prSet>
      <dgm:spPr/>
    </dgm:pt>
    <dgm:pt modelId="{F67A2B45-41D1-4194-A5CB-4A7889D65E8E}" type="pres">
      <dgm:prSet presAssocID="{7FC20785-2950-476B-99AD-8D2AE2BB0DCF}" presName="compNode" presStyleCnt="0"/>
      <dgm:spPr/>
    </dgm:pt>
    <dgm:pt modelId="{52DE447F-0605-4677-9198-6AEA2CF83AE9}" type="pres">
      <dgm:prSet presAssocID="{7FC20785-2950-476B-99AD-8D2AE2BB0DC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1A1FE959-3941-443A-8039-3F768929B849}" type="pres">
      <dgm:prSet presAssocID="{7FC20785-2950-476B-99AD-8D2AE2BB0DCF}" presName="spaceRect" presStyleCnt="0"/>
      <dgm:spPr/>
    </dgm:pt>
    <dgm:pt modelId="{68C84E68-8EB2-4D2A-B1BE-6F828C84D2E9}" type="pres">
      <dgm:prSet presAssocID="{7FC20785-2950-476B-99AD-8D2AE2BB0DCF}" presName="textRect" presStyleLbl="revTx" presStyleIdx="0" presStyleCnt="3">
        <dgm:presLayoutVars>
          <dgm:chMax val="1"/>
          <dgm:chPref val="1"/>
        </dgm:presLayoutVars>
      </dgm:prSet>
      <dgm:spPr/>
    </dgm:pt>
    <dgm:pt modelId="{F4E37591-1FE3-4029-8FE9-DA5F53326143}" type="pres">
      <dgm:prSet presAssocID="{F6C2C690-816F-4A32-9D14-4311213B1EB7}" presName="sibTrans" presStyleCnt="0"/>
      <dgm:spPr/>
    </dgm:pt>
    <dgm:pt modelId="{956739EF-C825-458C-A77A-1436A766AF9C}" type="pres">
      <dgm:prSet presAssocID="{7D6F0ED3-5F7B-484C-8BE3-C15F1B34002A}" presName="compNode" presStyleCnt="0"/>
      <dgm:spPr/>
    </dgm:pt>
    <dgm:pt modelId="{3C0D6DCB-6548-4F14-988A-293411CCA059}" type="pres">
      <dgm:prSet presAssocID="{7D6F0ED3-5F7B-484C-8BE3-C15F1B34002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545E8F84-9C22-40EC-9CA3-AEE34CDD74A2}" type="pres">
      <dgm:prSet presAssocID="{7D6F0ED3-5F7B-484C-8BE3-C15F1B34002A}" presName="spaceRect" presStyleCnt="0"/>
      <dgm:spPr/>
    </dgm:pt>
    <dgm:pt modelId="{552C363D-D528-45E7-8C39-CE72DA5CD32F}" type="pres">
      <dgm:prSet presAssocID="{7D6F0ED3-5F7B-484C-8BE3-C15F1B34002A}" presName="textRect" presStyleLbl="revTx" presStyleIdx="1" presStyleCnt="3">
        <dgm:presLayoutVars>
          <dgm:chMax val="1"/>
          <dgm:chPref val="1"/>
        </dgm:presLayoutVars>
      </dgm:prSet>
      <dgm:spPr/>
    </dgm:pt>
    <dgm:pt modelId="{D130C339-7C43-45BB-BB71-9B8AF5C92173}" type="pres">
      <dgm:prSet presAssocID="{6E3AC06C-E27A-43AD-8962-68F4BDDF4980}" presName="sibTrans" presStyleCnt="0"/>
      <dgm:spPr/>
    </dgm:pt>
    <dgm:pt modelId="{FCEF2E11-387D-4DBC-8DE2-033F90FAA4AC}" type="pres">
      <dgm:prSet presAssocID="{3A30BDC7-5B46-4D3B-A984-D092662C5DB6}" presName="compNode" presStyleCnt="0"/>
      <dgm:spPr/>
    </dgm:pt>
    <dgm:pt modelId="{8DBF2A80-17BE-45C6-98CB-F08A187668C5}" type="pres">
      <dgm:prSet presAssocID="{3A30BDC7-5B46-4D3B-A984-D092662C5DB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5C0373B-C8FC-40DC-A4E8-7D6861348E55}" type="pres">
      <dgm:prSet presAssocID="{3A30BDC7-5B46-4D3B-A984-D092662C5DB6}" presName="spaceRect" presStyleCnt="0"/>
      <dgm:spPr/>
    </dgm:pt>
    <dgm:pt modelId="{9BCBA4E9-0532-4D9F-AE57-52BAC52BF791}" type="pres">
      <dgm:prSet presAssocID="{3A30BDC7-5B46-4D3B-A984-D092662C5DB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3782C2C-CD6B-4001-8111-AA3C5D1E69B1}" srcId="{56236DE4-F253-41F7-85F7-198399E17869}" destId="{7D6F0ED3-5F7B-484C-8BE3-C15F1B34002A}" srcOrd="1" destOrd="0" parTransId="{65534813-368F-4927-8190-DC0FEF5668B8}" sibTransId="{6E3AC06C-E27A-43AD-8962-68F4BDDF4980}"/>
    <dgm:cxn modelId="{3BF1123D-A23A-41BD-9EB6-7FB4B9A0AF12}" type="presOf" srcId="{7FC20785-2950-476B-99AD-8D2AE2BB0DCF}" destId="{68C84E68-8EB2-4D2A-B1BE-6F828C84D2E9}" srcOrd="0" destOrd="0" presId="urn:microsoft.com/office/officeart/2018/2/layout/IconLabelList"/>
    <dgm:cxn modelId="{0AF28460-AB16-4AD0-99FE-2E5D36515912}" type="presOf" srcId="{7D6F0ED3-5F7B-484C-8BE3-C15F1B34002A}" destId="{552C363D-D528-45E7-8C39-CE72DA5CD32F}" srcOrd="0" destOrd="0" presId="urn:microsoft.com/office/officeart/2018/2/layout/IconLabelList"/>
    <dgm:cxn modelId="{9A423076-507A-4818-8063-6942BF65BE03}" type="presOf" srcId="{3A30BDC7-5B46-4D3B-A984-D092662C5DB6}" destId="{9BCBA4E9-0532-4D9F-AE57-52BAC52BF791}" srcOrd="0" destOrd="0" presId="urn:microsoft.com/office/officeart/2018/2/layout/IconLabelList"/>
    <dgm:cxn modelId="{E61E01B6-E560-49CB-8A1D-3F95F73F06DA}" srcId="{56236DE4-F253-41F7-85F7-198399E17869}" destId="{3A30BDC7-5B46-4D3B-A984-D092662C5DB6}" srcOrd="2" destOrd="0" parTransId="{D4798093-5D80-40BA-9E65-23B65534B0DD}" sibTransId="{58657948-443C-4380-925E-EEDE63AF2C3E}"/>
    <dgm:cxn modelId="{E0A39ABD-28BE-42AA-B603-7B255B60CD0C}" srcId="{56236DE4-F253-41F7-85F7-198399E17869}" destId="{7FC20785-2950-476B-99AD-8D2AE2BB0DCF}" srcOrd="0" destOrd="0" parTransId="{B3598E1F-F85A-4666-9AA2-D1D9610F5104}" sibTransId="{F6C2C690-816F-4A32-9D14-4311213B1EB7}"/>
    <dgm:cxn modelId="{5A93F8FF-6469-406C-A9C9-4FF66DA5618A}" type="presOf" srcId="{56236DE4-F253-41F7-85F7-198399E17869}" destId="{9D41B1B5-3C0F-467B-9306-9DBCC7C690A7}" srcOrd="0" destOrd="0" presId="urn:microsoft.com/office/officeart/2018/2/layout/IconLabelList"/>
    <dgm:cxn modelId="{9D107A7E-1C9B-4893-AF2F-ABFCB44E02A8}" type="presParOf" srcId="{9D41B1B5-3C0F-467B-9306-9DBCC7C690A7}" destId="{F67A2B45-41D1-4194-A5CB-4A7889D65E8E}" srcOrd="0" destOrd="0" presId="urn:microsoft.com/office/officeart/2018/2/layout/IconLabelList"/>
    <dgm:cxn modelId="{13EBEA9A-C09C-469E-A4F1-3168865A668C}" type="presParOf" srcId="{F67A2B45-41D1-4194-A5CB-4A7889D65E8E}" destId="{52DE447F-0605-4677-9198-6AEA2CF83AE9}" srcOrd="0" destOrd="0" presId="urn:microsoft.com/office/officeart/2018/2/layout/IconLabelList"/>
    <dgm:cxn modelId="{82BB5421-4ECE-4861-887F-C9BE6174C20E}" type="presParOf" srcId="{F67A2B45-41D1-4194-A5CB-4A7889D65E8E}" destId="{1A1FE959-3941-443A-8039-3F768929B849}" srcOrd="1" destOrd="0" presId="urn:microsoft.com/office/officeart/2018/2/layout/IconLabelList"/>
    <dgm:cxn modelId="{BE60A4F1-11F3-41F4-A8FB-8FD785807499}" type="presParOf" srcId="{F67A2B45-41D1-4194-A5CB-4A7889D65E8E}" destId="{68C84E68-8EB2-4D2A-B1BE-6F828C84D2E9}" srcOrd="2" destOrd="0" presId="urn:microsoft.com/office/officeart/2018/2/layout/IconLabelList"/>
    <dgm:cxn modelId="{89E45058-E9FE-459C-8812-5CC66A367DFD}" type="presParOf" srcId="{9D41B1B5-3C0F-467B-9306-9DBCC7C690A7}" destId="{F4E37591-1FE3-4029-8FE9-DA5F53326143}" srcOrd="1" destOrd="0" presId="urn:microsoft.com/office/officeart/2018/2/layout/IconLabelList"/>
    <dgm:cxn modelId="{E1A65284-8BFD-4B45-A871-74492BADCFFC}" type="presParOf" srcId="{9D41B1B5-3C0F-467B-9306-9DBCC7C690A7}" destId="{956739EF-C825-458C-A77A-1436A766AF9C}" srcOrd="2" destOrd="0" presId="urn:microsoft.com/office/officeart/2018/2/layout/IconLabelList"/>
    <dgm:cxn modelId="{734DECE4-C3E7-4CA8-AA57-C9B37249F9FC}" type="presParOf" srcId="{956739EF-C825-458C-A77A-1436A766AF9C}" destId="{3C0D6DCB-6548-4F14-988A-293411CCA059}" srcOrd="0" destOrd="0" presId="urn:microsoft.com/office/officeart/2018/2/layout/IconLabelList"/>
    <dgm:cxn modelId="{65ADEC7B-850D-4063-B929-961C7D815695}" type="presParOf" srcId="{956739EF-C825-458C-A77A-1436A766AF9C}" destId="{545E8F84-9C22-40EC-9CA3-AEE34CDD74A2}" srcOrd="1" destOrd="0" presId="urn:microsoft.com/office/officeart/2018/2/layout/IconLabelList"/>
    <dgm:cxn modelId="{AD610D2E-6E23-43A4-8ACE-C6C4DCF75BFA}" type="presParOf" srcId="{956739EF-C825-458C-A77A-1436A766AF9C}" destId="{552C363D-D528-45E7-8C39-CE72DA5CD32F}" srcOrd="2" destOrd="0" presId="urn:microsoft.com/office/officeart/2018/2/layout/IconLabelList"/>
    <dgm:cxn modelId="{4FE1F3FF-B129-464D-8143-45C6999584B7}" type="presParOf" srcId="{9D41B1B5-3C0F-467B-9306-9DBCC7C690A7}" destId="{D130C339-7C43-45BB-BB71-9B8AF5C92173}" srcOrd="3" destOrd="0" presId="urn:microsoft.com/office/officeart/2018/2/layout/IconLabelList"/>
    <dgm:cxn modelId="{34F78E61-7EB4-433D-9336-D2552C795199}" type="presParOf" srcId="{9D41B1B5-3C0F-467B-9306-9DBCC7C690A7}" destId="{FCEF2E11-387D-4DBC-8DE2-033F90FAA4AC}" srcOrd="4" destOrd="0" presId="urn:microsoft.com/office/officeart/2018/2/layout/IconLabelList"/>
    <dgm:cxn modelId="{0BFB5831-9CC0-40D5-ACC3-DA3F92295A4E}" type="presParOf" srcId="{FCEF2E11-387D-4DBC-8DE2-033F90FAA4AC}" destId="{8DBF2A80-17BE-45C6-98CB-F08A187668C5}" srcOrd="0" destOrd="0" presId="urn:microsoft.com/office/officeart/2018/2/layout/IconLabelList"/>
    <dgm:cxn modelId="{5CF195C0-1B1D-4055-B3B7-79D48A876F24}" type="presParOf" srcId="{FCEF2E11-387D-4DBC-8DE2-033F90FAA4AC}" destId="{85C0373B-C8FC-40DC-A4E8-7D6861348E55}" srcOrd="1" destOrd="0" presId="urn:microsoft.com/office/officeart/2018/2/layout/IconLabelList"/>
    <dgm:cxn modelId="{0866A1E9-B345-4FE3-9AD0-E4A40FE67F4E}" type="presParOf" srcId="{FCEF2E11-387D-4DBC-8DE2-033F90FAA4AC}" destId="{9BCBA4E9-0532-4D9F-AE57-52BAC52BF79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59D1C5-CFA1-4F09-A1A6-10BDBB4BFC6A}">
      <dsp:nvSpPr>
        <dsp:cNvPr id="0" name=""/>
        <dsp:cNvSpPr/>
      </dsp:nvSpPr>
      <dsp:spPr>
        <a:xfrm>
          <a:off x="1002108" y="1195085"/>
          <a:ext cx="1491156" cy="149115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380A00-84FF-4D78-BB15-F8D7CB844CF2}">
      <dsp:nvSpPr>
        <dsp:cNvPr id="0" name=""/>
        <dsp:cNvSpPr/>
      </dsp:nvSpPr>
      <dsp:spPr>
        <a:xfrm>
          <a:off x="1319896" y="1512872"/>
          <a:ext cx="855581" cy="8555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230E0-53B4-4644-A794-6E0EA5804338}">
      <dsp:nvSpPr>
        <dsp:cNvPr id="0" name=""/>
        <dsp:cNvSpPr/>
      </dsp:nvSpPr>
      <dsp:spPr>
        <a:xfrm>
          <a:off x="525427" y="3150700"/>
          <a:ext cx="2444519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Web application that lets users compare computer components between different websites</a:t>
          </a:r>
        </a:p>
      </dsp:txBody>
      <dsp:txXfrm>
        <a:off x="525427" y="3150700"/>
        <a:ext cx="2444519" cy="742500"/>
      </dsp:txXfrm>
    </dsp:sp>
    <dsp:sp modelId="{EB19E035-460A-499E-B4F6-4FB7CE44CE2A}">
      <dsp:nvSpPr>
        <dsp:cNvPr id="0" name=""/>
        <dsp:cNvSpPr/>
      </dsp:nvSpPr>
      <dsp:spPr>
        <a:xfrm>
          <a:off x="3874418" y="1195085"/>
          <a:ext cx="1491156" cy="149115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DA49D-96D9-4D80-A8C7-0DB0B016F384}">
      <dsp:nvSpPr>
        <dsp:cNvPr id="0" name=""/>
        <dsp:cNvSpPr/>
      </dsp:nvSpPr>
      <dsp:spPr>
        <a:xfrm>
          <a:off x="4192206" y="1512872"/>
          <a:ext cx="855581" cy="8555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84331A-897B-4C0B-BB40-DB945527DE58}">
      <dsp:nvSpPr>
        <dsp:cNvPr id="0" name=""/>
        <dsp:cNvSpPr/>
      </dsp:nvSpPr>
      <dsp:spPr>
        <a:xfrm>
          <a:off x="3397737" y="3150700"/>
          <a:ext cx="2444519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Social media app like feeling that lets users like and comment on items</a:t>
          </a:r>
        </a:p>
      </dsp:txBody>
      <dsp:txXfrm>
        <a:off x="3397737" y="3150700"/>
        <a:ext cx="2444519" cy="742500"/>
      </dsp:txXfrm>
    </dsp:sp>
    <dsp:sp modelId="{D32701FC-AE5F-4CF0-AAFC-A384C1ECA70A}">
      <dsp:nvSpPr>
        <dsp:cNvPr id="0" name=""/>
        <dsp:cNvSpPr/>
      </dsp:nvSpPr>
      <dsp:spPr>
        <a:xfrm>
          <a:off x="6746728" y="1195085"/>
          <a:ext cx="1491156" cy="149115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A55586-77B0-4764-8F6F-63CEC63261E2}">
      <dsp:nvSpPr>
        <dsp:cNvPr id="0" name=""/>
        <dsp:cNvSpPr/>
      </dsp:nvSpPr>
      <dsp:spPr>
        <a:xfrm>
          <a:off x="7064516" y="1512872"/>
          <a:ext cx="855581" cy="8555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9FC8A-4306-4CF8-8FAF-EADF3278C89C}">
      <dsp:nvSpPr>
        <dsp:cNvPr id="0" name=""/>
        <dsp:cNvSpPr/>
      </dsp:nvSpPr>
      <dsp:spPr>
        <a:xfrm>
          <a:off x="6270047" y="3150700"/>
          <a:ext cx="2444519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Developed to eliminate having multiple windows open at once</a:t>
          </a:r>
        </a:p>
      </dsp:txBody>
      <dsp:txXfrm>
        <a:off x="6270047" y="3150700"/>
        <a:ext cx="2444519" cy="742500"/>
      </dsp:txXfrm>
    </dsp:sp>
    <dsp:sp modelId="{54127007-6758-452C-90C0-3510FFF9D2FC}">
      <dsp:nvSpPr>
        <dsp:cNvPr id="0" name=""/>
        <dsp:cNvSpPr/>
      </dsp:nvSpPr>
      <dsp:spPr>
        <a:xfrm>
          <a:off x="9619038" y="1195085"/>
          <a:ext cx="1491156" cy="149115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21E5B-3058-462E-BC01-0EF606899BD3}">
      <dsp:nvSpPr>
        <dsp:cNvPr id="0" name=""/>
        <dsp:cNvSpPr/>
      </dsp:nvSpPr>
      <dsp:spPr>
        <a:xfrm>
          <a:off x="9936825" y="1512872"/>
          <a:ext cx="855581" cy="85558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1D9B17-ABA0-4AEF-8BBA-7B124FD4F19F}">
      <dsp:nvSpPr>
        <dsp:cNvPr id="0" name=""/>
        <dsp:cNvSpPr/>
      </dsp:nvSpPr>
      <dsp:spPr>
        <a:xfrm>
          <a:off x="9142357" y="3150700"/>
          <a:ext cx="2444519" cy="74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Eliminates use of using an excel document to allow users to do their research all through adding the comments</a:t>
          </a:r>
        </a:p>
      </dsp:txBody>
      <dsp:txXfrm>
        <a:off x="9142357" y="3150700"/>
        <a:ext cx="2444519" cy="742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0F62F-D9F8-449D-8CBF-37CB94938053}">
      <dsp:nvSpPr>
        <dsp:cNvPr id="0" name=""/>
        <dsp:cNvSpPr/>
      </dsp:nvSpPr>
      <dsp:spPr>
        <a:xfrm>
          <a:off x="742699" y="792261"/>
          <a:ext cx="2127375" cy="21273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A3EC83-1769-4446-9EC1-F9B6AB60CF77}">
      <dsp:nvSpPr>
        <dsp:cNvPr id="0" name=""/>
        <dsp:cNvSpPr/>
      </dsp:nvSpPr>
      <dsp:spPr>
        <a:xfrm>
          <a:off x="1196074" y="1245636"/>
          <a:ext cx="1220625" cy="12206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AD464-9CFF-428D-B6EB-DE5092E39E60}">
      <dsp:nvSpPr>
        <dsp:cNvPr id="0" name=""/>
        <dsp:cNvSpPr/>
      </dsp:nvSpPr>
      <dsp:spPr>
        <a:xfrm>
          <a:off x="62636" y="3582262"/>
          <a:ext cx="34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Started various personal websites</a:t>
          </a:r>
        </a:p>
      </dsp:txBody>
      <dsp:txXfrm>
        <a:off x="62636" y="3582262"/>
        <a:ext cx="3487500" cy="720000"/>
      </dsp:txXfrm>
    </dsp:sp>
    <dsp:sp modelId="{7E0EC1F0-FE07-4BC0-B9E4-28E3C2663A2D}">
      <dsp:nvSpPr>
        <dsp:cNvPr id="0" name=""/>
        <dsp:cNvSpPr/>
      </dsp:nvSpPr>
      <dsp:spPr>
        <a:xfrm>
          <a:off x="4840512" y="792261"/>
          <a:ext cx="2127375" cy="21273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2A3EF6-F260-4666-9BFC-4C953FA7C308}">
      <dsp:nvSpPr>
        <dsp:cNvPr id="0" name=""/>
        <dsp:cNvSpPr/>
      </dsp:nvSpPr>
      <dsp:spPr>
        <a:xfrm>
          <a:off x="5293887" y="1245636"/>
          <a:ext cx="1220625" cy="12206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3B6D42-07A2-4769-B875-074F88B047F9}">
      <dsp:nvSpPr>
        <dsp:cNvPr id="0" name=""/>
        <dsp:cNvSpPr/>
      </dsp:nvSpPr>
      <dsp:spPr>
        <a:xfrm>
          <a:off x="4160449" y="3582262"/>
          <a:ext cx="34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Used Python to implement projects since high school</a:t>
          </a:r>
        </a:p>
      </dsp:txBody>
      <dsp:txXfrm>
        <a:off x="4160449" y="3582262"/>
        <a:ext cx="3487500" cy="720000"/>
      </dsp:txXfrm>
    </dsp:sp>
    <dsp:sp modelId="{D376C6C4-429F-40B3-A353-AB471821F997}">
      <dsp:nvSpPr>
        <dsp:cNvPr id="0" name=""/>
        <dsp:cNvSpPr/>
      </dsp:nvSpPr>
      <dsp:spPr>
        <a:xfrm>
          <a:off x="8938324" y="792261"/>
          <a:ext cx="2127375" cy="21273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D3A825-FD97-480E-AA0C-C80BA49FF8D8}">
      <dsp:nvSpPr>
        <dsp:cNvPr id="0" name=""/>
        <dsp:cNvSpPr/>
      </dsp:nvSpPr>
      <dsp:spPr>
        <a:xfrm>
          <a:off x="9391699" y="1245636"/>
          <a:ext cx="1220625" cy="12206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41A0D-8349-4E9B-8E25-F72994FFE628}">
      <dsp:nvSpPr>
        <dsp:cNvPr id="0" name=""/>
        <dsp:cNvSpPr/>
      </dsp:nvSpPr>
      <dsp:spPr>
        <a:xfrm>
          <a:off x="8258262" y="3582262"/>
          <a:ext cx="348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Done other relevant school projects using SQL and developing websites</a:t>
          </a:r>
        </a:p>
      </dsp:txBody>
      <dsp:txXfrm>
        <a:off x="8258262" y="3582262"/>
        <a:ext cx="34875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96515-CCA1-4CD7-B483-AF4848C96170}">
      <dsp:nvSpPr>
        <dsp:cNvPr id="0" name=""/>
        <dsp:cNvSpPr/>
      </dsp:nvSpPr>
      <dsp:spPr>
        <a:xfrm>
          <a:off x="0" y="0"/>
          <a:ext cx="8682607" cy="883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Account creation and authentication </a:t>
          </a:r>
        </a:p>
      </dsp:txBody>
      <dsp:txXfrm>
        <a:off x="25883" y="25883"/>
        <a:ext cx="7625639" cy="831928"/>
      </dsp:txXfrm>
    </dsp:sp>
    <dsp:sp modelId="{05887D3A-5648-4EF2-B31F-56AF1022945A}">
      <dsp:nvSpPr>
        <dsp:cNvPr id="0" name=""/>
        <dsp:cNvSpPr/>
      </dsp:nvSpPr>
      <dsp:spPr>
        <a:xfrm>
          <a:off x="648376" y="1006429"/>
          <a:ext cx="8682607" cy="883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177515"/>
                <a:satOff val="-1467"/>
                <a:lumOff val="-3137"/>
                <a:alphaOff val="0"/>
                <a:tint val="96000"/>
                <a:lumMod val="104000"/>
              </a:schemeClr>
            </a:gs>
            <a:gs pos="100000">
              <a:schemeClr val="accent2">
                <a:hueOff val="-177515"/>
                <a:satOff val="-1467"/>
                <a:lumOff val="-3137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Working API</a:t>
          </a:r>
        </a:p>
      </dsp:txBody>
      <dsp:txXfrm>
        <a:off x="674259" y="1032312"/>
        <a:ext cx="7408063" cy="831928"/>
      </dsp:txXfrm>
    </dsp:sp>
    <dsp:sp modelId="{2AD1236A-5300-4D22-BBB9-6656B9BC626F}">
      <dsp:nvSpPr>
        <dsp:cNvPr id="0" name=""/>
        <dsp:cNvSpPr/>
      </dsp:nvSpPr>
      <dsp:spPr>
        <a:xfrm>
          <a:off x="1296753" y="2012859"/>
          <a:ext cx="8682607" cy="883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355029"/>
                <a:satOff val="-2934"/>
                <a:lumOff val="-6274"/>
                <a:alphaOff val="0"/>
                <a:tint val="96000"/>
                <a:lumMod val="104000"/>
              </a:schemeClr>
            </a:gs>
            <a:gs pos="100000">
              <a:schemeClr val="accent2">
                <a:hueOff val="-355029"/>
                <a:satOff val="-2934"/>
                <a:lumOff val="-6274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Comment boxes for users to comment on a product</a:t>
          </a:r>
        </a:p>
      </dsp:txBody>
      <dsp:txXfrm>
        <a:off x="1322636" y="2038742"/>
        <a:ext cx="7408063" cy="831928"/>
      </dsp:txXfrm>
    </dsp:sp>
    <dsp:sp modelId="{9B660B2D-BC22-4FFC-8082-51CCE9463531}">
      <dsp:nvSpPr>
        <dsp:cNvPr id="0" name=""/>
        <dsp:cNvSpPr/>
      </dsp:nvSpPr>
      <dsp:spPr>
        <a:xfrm>
          <a:off x="1945129" y="3019289"/>
          <a:ext cx="8682607" cy="883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532544"/>
                <a:satOff val="-4401"/>
                <a:lumOff val="-9412"/>
                <a:alphaOff val="0"/>
                <a:tint val="96000"/>
                <a:lumMod val="104000"/>
              </a:schemeClr>
            </a:gs>
            <a:gs pos="100000">
              <a:schemeClr val="accent2">
                <a:hueOff val="-532544"/>
                <a:satOff val="-4401"/>
                <a:lumOff val="-9412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Basic product information button click to see product information</a:t>
          </a:r>
        </a:p>
      </dsp:txBody>
      <dsp:txXfrm>
        <a:off x="1971012" y="3045172"/>
        <a:ext cx="7408063" cy="831928"/>
      </dsp:txXfrm>
    </dsp:sp>
    <dsp:sp modelId="{63CFF69E-9C2E-4749-B52C-9EBC3BA3538B}">
      <dsp:nvSpPr>
        <dsp:cNvPr id="0" name=""/>
        <dsp:cNvSpPr/>
      </dsp:nvSpPr>
      <dsp:spPr>
        <a:xfrm>
          <a:off x="2593506" y="4025719"/>
          <a:ext cx="8682607" cy="88369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Algorithm that recommends products to user based of what they previously viewed</a:t>
          </a:r>
        </a:p>
      </dsp:txBody>
      <dsp:txXfrm>
        <a:off x="2619389" y="4051602"/>
        <a:ext cx="7408063" cy="831928"/>
      </dsp:txXfrm>
    </dsp:sp>
    <dsp:sp modelId="{531158BA-75DA-4F50-B759-15494A92ACCA}">
      <dsp:nvSpPr>
        <dsp:cNvPr id="0" name=""/>
        <dsp:cNvSpPr/>
      </dsp:nvSpPr>
      <dsp:spPr>
        <a:xfrm>
          <a:off x="8108206" y="645587"/>
          <a:ext cx="574401" cy="5744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237446" y="645587"/>
        <a:ext cx="315921" cy="432237"/>
      </dsp:txXfrm>
    </dsp:sp>
    <dsp:sp modelId="{C57F282D-1062-4090-92C0-2C8EE44A024D}">
      <dsp:nvSpPr>
        <dsp:cNvPr id="0" name=""/>
        <dsp:cNvSpPr/>
      </dsp:nvSpPr>
      <dsp:spPr>
        <a:xfrm>
          <a:off x="8756582" y="1652017"/>
          <a:ext cx="574401" cy="5744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19155"/>
            <a:satOff val="-3885"/>
            <a:lumOff val="-837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319155"/>
              <a:satOff val="-3885"/>
              <a:lumOff val="-83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885822" y="1652017"/>
        <a:ext cx="315921" cy="432237"/>
      </dsp:txXfrm>
    </dsp:sp>
    <dsp:sp modelId="{B07BE4E5-3073-4D13-A683-339122BACDF1}">
      <dsp:nvSpPr>
        <dsp:cNvPr id="0" name=""/>
        <dsp:cNvSpPr/>
      </dsp:nvSpPr>
      <dsp:spPr>
        <a:xfrm>
          <a:off x="9404959" y="2643719"/>
          <a:ext cx="574401" cy="5744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638310"/>
            <a:satOff val="-7770"/>
            <a:lumOff val="-1674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638310"/>
              <a:satOff val="-7770"/>
              <a:lumOff val="-167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9534199" y="2643719"/>
        <a:ext cx="315921" cy="432237"/>
      </dsp:txXfrm>
    </dsp:sp>
    <dsp:sp modelId="{2D902196-D800-4793-8B60-7F0B1F1F58E7}">
      <dsp:nvSpPr>
        <dsp:cNvPr id="0" name=""/>
        <dsp:cNvSpPr/>
      </dsp:nvSpPr>
      <dsp:spPr>
        <a:xfrm>
          <a:off x="10053336" y="3659968"/>
          <a:ext cx="574401" cy="57440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957465"/>
            <a:satOff val="-11655"/>
            <a:lumOff val="-2511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-957465"/>
              <a:satOff val="-11655"/>
              <a:lumOff val="-25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10182576" y="3659968"/>
        <a:ext cx="315921" cy="43223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AFA63-CA3E-40BF-B234-051D46E4ED4D}">
      <dsp:nvSpPr>
        <dsp:cNvPr id="0" name=""/>
        <dsp:cNvSpPr/>
      </dsp:nvSpPr>
      <dsp:spPr>
        <a:xfrm>
          <a:off x="0" y="0"/>
          <a:ext cx="9160057" cy="107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Like button functionality</a:t>
          </a:r>
        </a:p>
      </dsp:txBody>
      <dsp:txXfrm>
        <a:off x="31347" y="31347"/>
        <a:ext cx="7914728" cy="1007564"/>
      </dsp:txXfrm>
    </dsp:sp>
    <dsp:sp modelId="{D3BFE2F4-C9D5-427C-B5EF-FD47493AED1D}">
      <dsp:nvSpPr>
        <dsp:cNvPr id="0" name=""/>
        <dsp:cNvSpPr/>
      </dsp:nvSpPr>
      <dsp:spPr>
        <a:xfrm>
          <a:off x="767154" y="1264850"/>
          <a:ext cx="9160057" cy="107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Expand comment implementation to allow fields</a:t>
          </a:r>
        </a:p>
      </dsp:txBody>
      <dsp:txXfrm>
        <a:off x="798501" y="1296197"/>
        <a:ext cx="7634540" cy="1007564"/>
      </dsp:txXfrm>
    </dsp:sp>
    <dsp:sp modelId="{5405DA06-C33D-4CD9-B68A-75359E8AFB4B}">
      <dsp:nvSpPr>
        <dsp:cNvPr id="0" name=""/>
        <dsp:cNvSpPr/>
      </dsp:nvSpPr>
      <dsp:spPr>
        <a:xfrm>
          <a:off x="1522859" y="2529701"/>
          <a:ext cx="9160057" cy="107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Add comment functionality to allow users to compare different products</a:t>
          </a:r>
        </a:p>
      </dsp:txBody>
      <dsp:txXfrm>
        <a:off x="1554206" y="2561048"/>
        <a:ext cx="7645991" cy="1007564"/>
      </dsp:txXfrm>
    </dsp:sp>
    <dsp:sp modelId="{2BCFE955-42C9-4A66-BE9E-90BCFAA7108C}">
      <dsp:nvSpPr>
        <dsp:cNvPr id="0" name=""/>
        <dsp:cNvSpPr/>
      </dsp:nvSpPr>
      <dsp:spPr>
        <a:xfrm>
          <a:off x="2290014" y="3794551"/>
          <a:ext cx="9160057" cy="10702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Better fitting recommendations logic</a:t>
          </a:r>
        </a:p>
      </dsp:txBody>
      <dsp:txXfrm>
        <a:off x="2321361" y="3825898"/>
        <a:ext cx="7634540" cy="1007564"/>
      </dsp:txXfrm>
    </dsp:sp>
    <dsp:sp modelId="{EDAEC87E-4245-499E-9E79-007EFFF2C327}">
      <dsp:nvSpPr>
        <dsp:cNvPr id="0" name=""/>
        <dsp:cNvSpPr/>
      </dsp:nvSpPr>
      <dsp:spPr>
        <a:xfrm>
          <a:off x="8464389" y="819720"/>
          <a:ext cx="695667" cy="695667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620914" y="819720"/>
        <a:ext cx="382617" cy="523489"/>
      </dsp:txXfrm>
    </dsp:sp>
    <dsp:sp modelId="{EA51407D-C688-4918-B1B4-F62E7D4F7724}">
      <dsp:nvSpPr>
        <dsp:cNvPr id="0" name=""/>
        <dsp:cNvSpPr/>
      </dsp:nvSpPr>
      <dsp:spPr>
        <a:xfrm>
          <a:off x="9231544" y="2084571"/>
          <a:ext cx="695667" cy="695667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388069" y="2084571"/>
        <a:ext cx="382617" cy="523489"/>
      </dsp:txXfrm>
    </dsp:sp>
    <dsp:sp modelId="{A21064DF-C5AC-49AF-8EBC-398344F832EB}">
      <dsp:nvSpPr>
        <dsp:cNvPr id="0" name=""/>
        <dsp:cNvSpPr/>
      </dsp:nvSpPr>
      <dsp:spPr>
        <a:xfrm>
          <a:off x="9987249" y="3349421"/>
          <a:ext cx="695667" cy="695667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10143774" y="3349421"/>
        <a:ext cx="382617" cy="5234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AA0E78-C41A-4202-804B-DA7CADC5223B}">
      <dsp:nvSpPr>
        <dsp:cNvPr id="0" name=""/>
        <dsp:cNvSpPr/>
      </dsp:nvSpPr>
      <dsp:spPr>
        <a:xfrm>
          <a:off x="0" y="676418"/>
          <a:ext cx="11615110" cy="25467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1462" tIns="687324" rIns="901462" bIns="234696" numCol="1" spcCol="1270" anchor="t" anchorCtr="0">
          <a:noAutofit/>
        </a:bodyPr>
        <a:lstStyle/>
        <a:p>
          <a:pPr marL="285750" lvl="1" indent="-285750" algn="l" defTabSz="1466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Backend: Python with Flask API </a:t>
          </a:r>
        </a:p>
        <a:p>
          <a:pPr marL="285750" lvl="1" indent="-285750" algn="l" defTabSz="1466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/>
            <a:t>Frontend: react JavaScript </a:t>
          </a:r>
        </a:p>
        <a:p>
          <a:pPr marL="285750" lvl="1" indent="-285750" algn="l" defTabSz="14668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300" kern="1200" dirty="0"/>
            <a:t>Data storage: SQL Sever Management Studio(SSMS)</a:t>
          </a:r>
        </a:p>
      </dsp:txBody>
      <dsp:txXfrm>
        <a:off x="0" y="676418"/>
        <a:ext cx="11615110" cy="2546775"/>
      </dsp:txXfrm>
    </dsp:sp>
    <dsp:sp modelId="{806B48EC-1DE3-4143-AAFC-730B79BF1B7C}">
      <dsp:nvSpPr>
        <dsp:cNvPr id="0" name=""/>
        <dsp:cNvSpPr/>
      </dsp:nvSpPr>
      <dsp:spPr>
        <a:xfrm>
          <a:off x="580755" y="189338"/>
          <a:ext cx="8130577" cy="9741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7316" tIns="0" rIns="307316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Tech Stack: </a:t>
          </a:r>
        </a:p>
      </dsp:txBody>
      <dsp:txXfrm>
        <a:off x="628310" y="236893"/>
        <a:ext cx="8035467" cy="879050"/>
      </dsp:txXfrm>
    </dsp:sp>
    <dsp:sp modelId="{1F589317-B885-4953-A7AD-211ECC9C4754}">
      <dsp:nvSpPr>
        <dsp:cNvPr id="0" name=""/>
        <dsp:cNvSpPr/>
      </dsp:nvSpPr>
      <dsp:spPr>
        <a:xfrm>
          <a:off x="0" y="3888474"/>
          <a:ext cx="11615110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hueOff val="-710059"/>
              <a:satOff val="-5868"/>
              <a:lumOff val="-1254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B98813-698A-42E6-ADCA-1875A4ADA30C}">
      <dsp:nvSpPr>
        <dsp:cNvPr id="0" name=""/>
        <dsp:cNvSpPr/>
      </dsp:nvSpPr>
      <dsp:spPr>
        <a:xfrm>
          <a:off x="580755" y="3401394"/>
          <a:ext cx="8130577" cy="974160"/>
        </a:xfrm>
        <a:prstGeom prst="roundRect">
          <a:avLst/>
        </a:prstGeom>
        <a:gradFill rotWithShape="0">
          <a:gsLst>
            <a:gs pos="0">
              <a:schemeClr val="accent2">
                <a:hueOff val="-710059"/>
                <a:satOff val="-5868"/>
                <a:lumOff val="-12549"/>
                <a:alphaOff val="0"/>
                <a:tint val="96000"/>
                <a:lumMod val="104000"/>
              </a:schemeClr>
            </a:gs>
            <a:gs pos="100000">
              <a:schemeClr val="accent2">
                <a:hueOff val="-710059"/>
                <a:satOff val="-5868"/>
                <a:lumOff val="-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7316" tIns="0" rIns="307316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Follows a layered architecture  </a:t>
          </a:r>
        </a:p>
      </dsp:txBody>
      <dsp:txXfrm>
        <a:off x="628310" y="3448949"/>
        <a:ext cx="8035467" cy="8790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EE4A6E-88DE-4E81-9DDA-93E67782B4E4}">
      <dsp:nvSpPr>
        <dsp:cNvPr id="0" name=""/>
        <dsp:cNvSpPr/>
      </dsp:nvSpPr>
      <dsp:spPr>
        <a:xfrm>
          <a:off x="0" y="37194"/>
          <a:ext cx="3649210" cy="2189526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Edge cases - using pytests</a:t>
          </a:r>
        </a:p>
      </dsp:txBody>
      <dsp:txXfrm>
        <a:off x="0" y="37194"/>
        <a:ext cx="3649210" cy="2189526"/>
      </dsp:txXfrm>
    </dsp:sp>
    <dsp:sp modelId="{F2DA413E-7942-40FE-97A0-E5DAAEB64B59}">
      <dsp:nvSpPr>
        <dsp:cNvPr id="0" name=""/>
        <dsp:cNvSpPr/>
      </dsp:nvSpPr>
      <dsp:spPr>
        <a:xfrm>
          <a:off x="4014132" y="37194"/>
          <a:ext cx="3649210" cy="2189526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Integration - using pytests</a:t>
          </a:r>
        </a:p>
      </dsp:txBody>
      <dsp:txXfrm>
        <a:off x="4014132" y="37194"/>
        <a:ext cx="3649210" cy="2189526"/>
      </dsp:txXfrm>
    </dsp:sp>
    <dsp:sp modelId="{DB570F06-3413-4A7C-ADF8-012E7F83C15A}">
      <dsp:nvSpPr>
        <dsp:cNvPr id="0" name=""/>
        <dsp:cNvSpPr/>
      </dsp:nvSpPr>
      <dsp:spPr>
        <a:xfrm>
          <a:off x="8028264" y="37194"/>
          <a:ext cx="3649210" cy="2189526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Postman – ensure data transfers between SQL and backend</a:t>
          </a:r>
        </a:p>
      </dsp:txBody>
      <dsp:txXfrm>
        <a:off x="8028264" y="37194"/>
        <a:ext cx="3649210" cy="2189526"/>
      </dsp:txXfrm>
    </dsp:sp>
    <dsp:sp modelId="{6EFCB976-CD55-44D2-87F5-1214423BDEC9}">
      <dsp:nvSpPr>
        <dsp:cNvPr id="0" name=""/>
        <dsp:cNvSpPr/>
      </dsp:nvSpPr>
      <dsp:spPr>
        <a:xfrm>
          <a:off x="2007066" y="2591642"/>
          <a:ext cx="3649210" cy="2189526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End-to-end </a:t>
          </a:r>
          <a:r>
            <a:rPr lang="en-US" sz="2600" kern="1200"/>
            <a:t>– ensure </a:t>
          </a:r>
          <a:r>
            <a:rPr lang="en-US" sz="2600" kern="1200" dirty="0"/>
            <a:t>communication between all frameworks returns correct data throughout the whole app.</a:t>
          </a:r>
        </a:p>
      </dsp:txBody>
      <dsp:txXfrm>
        <a:off x="2007066" y="2591642"/>
        <a:ext cx="3649210" cy="2189526"/>
      </dsp:txXfrm>
    </dsp:sp>
    <dsp:sp modelId="{08F7CB28-76B6-47F7-B37B-B2AE08D1CE06}">
      <dsp:nvSpPr>
        <dsp:cNvPr id="0" name=""/>
        <dsp:cNvSpPr/>
      </dsp:nvSpPr>
      <dsp:spPr>
        <a:xfrm>
          <a:off x="6021198" y="2591642"/>
          <a:ext cx="3649210" cy="2189526"/>
        </a:xfrm>
        <a:prstGeom prst="rect">
          <a:avLst/>
        </a:prstGeom>
        <a:solidFill>
          <a:schemeClr val="accent1"/>
        </a:soli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Usability – Sent out to friends to try and give feed back</a:t>
          </a:r>
        </a:p>
      </dsp:txBody>
      <dsp:txXfrm>
        <a:off x="6021198" y="2591642"/>
        <a:ext cx="3649210" cy="21895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3D0E5-F75B-4EE0-9E7D-3196613311A3}">
      <dsp:nvSpPr>
        <dsp:cNvPr id="0" name=""/>
        <dsp:cNvSpPr/>
      </dsp:nvSpPr>
      <dsp:spPr>
        <a:xfrm>
          <a:off x="1381013" y="1715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BDC69F-01D2-4371-BDC7-AE7952D64B79}">
      <dsp:nvSpPr>
        <dsp:cNvPr id="0" name=""/>
        <dsp:cNvSpPr/>
      </dsp:nvSpPr>
      <dsp:spPr>
        <a:xfrm>
          <a:off x="886013" y="28423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Price updates to reflect the price in the websites</a:t>
          </a:r>
        </a:p>
      </dsp:txBody>
      <dsp:txXfrm>
        <a:off x="886013" y="2842313"/>
        <a:ext cx="1800000" cy="720000"/>
      </dsp:txXfrm>
    </dsp:sp>
    <dsp:sp modelId="{FE10DCAC-4076-460E-B3FC-9D85E790649C}">
      <dsp:nvSpPr>
        <dsp:cNvPr id="0" name=""/>
        <dsp:cNvSpPr/>
      </dsp:nvSpPr>
      <dsp:spPr>
        <a:xfrm>
          <a:off x="3496013" y="1715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A48102-7F8D-442D-B906-C12080644E5F}">
      <dsp:nvSpPr>
        <dsp:cNvPr id="0" name=""/>
        <dsp:cNvSpPr/>
      </dsp:nvSpPr>
      <dsp:spPr>
        <a:xfrm>
          <a:off x="3001013" y="28423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Add other sites that have these computer components</a:t>
          </a:r>
        </a:p>
      </dsp:txBody>
      <dsp:txXfrm>
        <a:off x="3001013" y="2842313"/>
        <a:ext cx="1800000" cy="720000"/>
      </dsp:txXfrm>
    </dsp:sp>
    <dsp:sp modelId="{EED600F5-E762-4604-8270-F7C0B8E9B4CA}">
      <dsp:nvSpPr>
        <dsp:cNvPr id="0" name=""/>
        <dsp:cNvSpPr/>
      </dsp:nvSpPr>
      <dsp:spPr>
        <a:xfrm>
          <a:off x="5611013" y="1715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519E3-BD6E-4412-B1B1-53E75F74C4E2}">
      <dsp:nvSpPr>
        <dsp:cNvPr id="0" name=""/>
        <dsp:cNvSpPr/>
      </dsp:nvSpPr>
      <dsp:spPr>
        <a:xfrm>
          <a:off x="5116013" y="28423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 cart that separates items from different websites that users want to buy</a:t>
          </a:r>
        </a:p>
      </dsp:txBody>
      <dsp:txXfrm>
        <a:off x="5116013" y="2842313"/>
        <a:ext cx="1800000" cy="720000"/>
      </dsp:txXfrm>
    </dsp:sp>
    <dsp:sp modelId="{C11576D3-D6F6-4532-8F0A-1005BF26DFC1}">
      <dsp:nvSpPr>
        <dsp:cNvPr id="0" name=""/>
        <dsp:cNvSpPr/>
      </dsp:nvSpPr>
      <dsp:spPr>
        <a:xfrm>
          <a:off x="7726013" y="1715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E9FD0D-02EF-44AC-A301-752C933FEAB2}">
      <dsp:nvSpPr>
        <dsp:cNvPr id="0" name=""/>
        <dsp:cNvSpPr/>
      </dsp:nvSpPr>
      <dsp:spPr>
        <a:xfrm>
          <a:off x="7231013" y="28423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Create different categories of items to compare other than computer parts</a:t>
          </a:r>
        </a:p>
      </dsp:txBody>
      <dsp:txXfrm>
        <a:off x="7231013" y="2842313"/>
        <a:ext cx="1800000" cy="720000"/>
      </dsp:txXfrm>
    </dsp:sp>
    <dsp:sp modelId="{1FE76C37-DCA0-441D-84EB-5F083071E988}">
      <dsp:nvSpPr>
        <dsp:cNvPr id="0" name=""/>
        <dsp:cNvSpPr/>
      </dsp:nvSpPr>
      <dsp:spPr>
        <a:xfrm>
          <a:off x="9841013" y="1715636"/>
          <a:ext cx="810000" cy="81000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0254A-1A1A-4D1B-A24F-97A69AE1C632}">
      <dsp:nvSpPr>
        <dsp:cNvPr id="0" name=""/>
        <dsp:cNvSpPr/>
      </dsp:nvSpPr>
      <dsp:spPr>
        <a:xfrm>
          <a:off x="9346013" y="284231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Add ability to have user edit or delete a comment</a:t>
          </a:r>
        </a:p>
      </dsp:txBody>
      <dsp:txXfrm>
        <a:off x="9346013" y="2842313"/>
        <a:ext cx="180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DE447F-0605-4677-9198-6AEA2CF83AE9}">
      <dsp:nvSpPr>
        <dsp:cNvPr id="0" name=""/>
        <dsp:cNvSpPr/>
      </dsp:nvSpPr>
      <dsp:spPr>
        <a:xfrm>
          <a:off x="1099100" y="1212264"/>
          <a:ext cx="1489775" cy="14897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C84E68-8EB2-4D2A-B1BE-6F828C84D2E9}">
      <dsp:nvSpPr>
        <dsp:cNvPr id="0" name=""/>
        <dsp:cNvSpPr/>
      </dsp:nvSpPr>
      <dsp:spPr>
        <a:xfrm>
          <a:off x="188682" y="3092115"/>
          <a:ext cx="33106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ComparePro is a full stack web application</a:t>
          </a:r>
        </a:p>
      </dsp:txBody>
      <dsp:txXfrm>
        <a:off x="188682" y="3092115"/>
        <a:ext cx="3310611" cy="720000"/>
      </dsp:txXfrm>
    </dsp:sp>
    <dsp:sp modelId="{3C0D6DCB-6548-4F14-988A-293411CCA059}">
      <dsp:nvSpPr>
        <dsp:cNvPr id="0" name=""/>
        <dsp:cNvSpPr/>
      </dsp:nvSpPr>
      <dsp:spPr>
        <a:xfrm>
          <a:off x="4989069" y="1212264"/>
          <a:ext cx="1489775" cy="14897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C363D-D528-45E7-8C39-CE72DA5CD32F}">
      <dsp:nvSpPr>
        <dsp:cNvPr id="0" name=""/>
        <dsp:cNvSpPr/>
      </dsp:nvSpPr>
      <dsp:spPr>
        <a:xfrm>
          <a:off x="4078651" y="3092115"/>
          <a:ext cx="33106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Uses a layered architecture with React, Python, and SSMS</a:t>
          </a:r>
        </a:p>
      </dsp:txBody>
      <dsp:txXfrm>
        <a:off x="4078651" y="3092115"/>
        <a:ext cx="3310611" cy="720000"/>
      </dsp:txXfrm>
    </dsp:sp>
    <dsp:sp modelId="{8DBF2A80-17BE-45C6-98CB-F08A187668C5}">
      <dsp:nvSpPr>
        <dsp:cNvPr id="0" name=""/>
        <dsp:cNvSpPr/>
      </dsp:nvSpPr>
      <dsp:spPr>
        <a:xfrm>
          <a:off x="8879037" y="1212264"/>
          <a:ext cx="1489775" cy="14897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BA4E9-0532-4D9F-AE57-52BAC52BF791}">
      <dsp:nvSpPr>
        <dsp:cNvPr id="0" name=""/>
        <dsp:cNvSpPr/>
      </dsp:nvSpPr>
      <dsp:spPr>
        <a:xfrm>
          <a:off x="7968619" y="3092115"/>
          <a:ext cx="331061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Improves researching computer components across multiple websites</a:t>
          </a:r>
        </a:p>
      </dsp:txBody>
      <dsp:txXfrm>
        <a:off x="7968619" y="3092115"/>
        <a:ext cx="331061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4D7A7-49FC-4185-BB7A-AFAAD99A3AA5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D6B0FD-3678-49B6-AFC7-B9AFD5161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47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523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546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78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612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27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236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8983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1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28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125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342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69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747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6B0FD-3678-49B6-AFC7-B9AFD516177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1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7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39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8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18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776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3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75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88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011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734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286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264153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53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254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975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809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230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A2F3669E-906A-4436-BD1E-8C036B7BF81E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7E1239E-2093-44D0-B4AD-E48603CCF4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7036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4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4.png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5" Type="http://schemas.openxmlformats.org/officeDocument/2006/relationships/diagramData" Target="../diagrams/data3.xml"/><Relationship Id="rId4" Type="http://schemas.openxmlformats.org/officeDocument/2006/relationships/image" Target="../media/image4.png"/><Relationship Id="rId9" Type="http://schemas.microsoft.com/office/2007/relationships/diagramDrawing" Target="../diagrams/drawing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4.png"/><Relationship Id="rId9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4.png"/><Relationship Id="rId9" Type="http://schemas.microsoft.com/office/2007/relationships/diagramDrawing" Target="../diagrams/drawing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4.png"/><Relationship Id="rId9" Type="http://schemas.microsoft.com/office/2007/relationships/diagramDrawing" Target="../diagrams/drawing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1.jpe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4.png"/><Relationship Id="rId9" Type="http://schemas.microsoft.com/office/2007/relationships/diagramDrawing" Target="../diagrams/drawing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8CC0-DBD5-2C4E-5498-3B2A7492FA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dirty="0" err="1"/>
              <a:t>ComparePro</a:t>
            </a:r>
            <a:endParaRPr lang="en-US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DE2727-D220-B05B-A04C-7ECEC54EAF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By: Clayton Burgess</a:t>
            </a:r>
          </a:p>
        </p:txBody>
      </p:sp>
    </p:spTree>
    <p:extLst>
      <p:ext uri="{BB962C8B-B14F-4D97-AF65-F5344CB8AC3E}">
        <p14:creationId xmlns:p14="http://schemas.microsoft.com/office/powerpoint/2010/main" val="2188241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5E3AE-FBEE-95C1-FFB9-DA4AB5393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00C7CE-D460-0993-13ED-A317833474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6944423"/>
              </p:ext>
            </p:extLst>
          </p:nvPr>
        </p:nvGraphicFramePr>
        <p:xfrm>
          <a:off x="79696" y="1731964"/>
          <a:ext cx="12112304" cy="5088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857494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92B49-B29F-2800-5CBE-F91AEBF60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Background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5AC119-25B1-F5F7-F79A-06F9E65BCF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641575"/>
              </p:ext>
            </p:extLst>
          </p:nvPr>
        </p:nvGraphicFramePr>
        <p:xfrm>
          <a:off x="383601" y="1763476"/>
          <a:ext cx="11808399" cy="5094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25186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B443-8AD7-29AF-F6F6-74A5E3E5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MVP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41EEC4-E601-07E9-CDDF-BD09A2D1E1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8778859"/>
              </p:ext>
            </p:extLst>
          </p:nvPr>
        </p:nvGraphicFramePr>
        <p:xfrm>
          <a:off x="379142" y="1866068"/>
          <a:ext cx="11276114" cy="49094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94291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598E1-3549-B910-F0A8-85045BDA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V1.0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EB5FAE-6FD8-5978-3748-1BBC367AB7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532118"/>
              </p:ext>
            </p:extLst>
          </p:nvPr>
        </p:nvGraphicFramePr>
        <p:xfrm>
          <a:off x="504035" y="1861606"/>
          <a:ext cx="11450072" cy="48648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551453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0D8EF-9FCA-7721-F267-7C40AAB61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-331367"/>
            <a:ext cx="10515600" cy="1325563"/>
          </a:xfrm>
        </p:spPr>
        <p:txBody>
          <a:bodyPr/>
          <a:lstStyle/>
          <a:p>
            <a:r>
              <a:rPr lang="en-US" dirty="0"/>
              <a:t>Pages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E1542-DC1B-044B-467C-1C96F396018F}"/>
              </a:ext>
            </a:extLst>
          </p:cNvPr>
          <p:cNvSpPr/>
          <p:nvPr/>
        </p:nvSpPr>
        <p:spPr>
          <a:xfrm>
            <a:off x="1721748" y="658536"/>
            <a:ext cx="9197526" cy="61994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D62A0-443A-2966-17CB-C149EC02E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948" y="762199"/>
            <a:ext cx="8445054" cy="598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500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5CB840F-8E41-4CA5-B79B-25CC80AD2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46F0E3-18C8-5535-8E4C-22E374FB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10" y="785627"/>
            <a:ext cx="3078749" cy="970450"/>
          </a:xfrm>
        </p:spPr>
        <p:txBody>
          <a:bodyPr anchor="b">
            <a:normAutofit/>
          </a:bodyPr>
          <a:lstStyle/>
          <a:p>
            <a:pPr algn="l"/>
            <a:r>
              <a:rPr lang="en-US" sz="28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Components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414C7-7F9D-EE15-9639-2E901EE15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932" y="2298931"/>
            <a:ext cx="3323471" cy="1916230"/>
          </a:xfrm>
        </p:spPr>
        <p:txBody>
          <a:bodyPr anchor="t">
            <a:noAutofit/>
          </a:bodyPr>
          <a:lstStyle/>
          <a:p>
            <a:pPr>
              <a:buClr>
                <a:schemeClr val="bg2"/>
              </a:buClr>
            </a:pPr>
            <a:r>
              <a:rPr lang="en-US" sz="2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All pages have a </a:t>
            </a:r>
            <a:r>
              <a:rPr lang="en-US" sz="2400" dirty="0" err="1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LikeButton</a:t>
            </a:r>
            <a:r>
              <a:rPr lang="en-US" sz="2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 component</a:t>
            </a:r>
          </a:p>
          <a:p>
            <a:pPr>
              <a:buClr>
                <a:schemeClr val="bg2"/>
              </a:buClr>
            </a:pPr>
            <a:r>
              <a:rPr lang="en-US" sz="2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All pages share a </a:t>
            </a:r>
            <a:r>
              <a:rPr lang="en-US" sz="2400" dirty="0" err="1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NavBar</a:t>
            </a:r>
            <a:r>
              <a:rPr lang="en-US" sz="240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rgbClr val="DADADA"/>
                </a:solidFill>
              </a:rPr>
              <a:t> Component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85C716-4A8B-1675-D2C2-523803079A4B}"/>
              </a:ext>
            </a:extLst>
          </p:cNvPr>
          <p:cNvSpPr/>
          <p:nvPr/>
        </p:nvSpPr>
        <p:spPr>
          <a:xfrm>
            <a:off x="3783435" y="1027651"/>
            <a:ext cx="8408565" cy="46181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C07CBF-96E5-D52D-700E-0F90CD856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2544" y="1270852"/>
            <a:ext cx="8068219" cy="423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037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DCFAE-D652-578F-F4F9-8FF85C171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830"/>
            <a:ext cx="10515600" cy="1325563"/>
          </a:xfrm>
        </p:spPr>
        <p:txBody>
          <a:bodyPr/>
          <a:lstStyle/>
          <a:p>
            <a:r>
              <a:rPr lang="en-US" dirty="0"/>
              <a:t>SQL Diagram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722082-D8B7-EA34-E74E-7C427DDFDD87}"/>
              </a:ext>
            </a:extLst>
          </p:cNvPr>
          <p:cNvSpPr/>
          <p:nvPr/>
        </p:nvSpPr>
        <p:spPr>
          <a:xfrm>
            <a:off x="2042719" y="1002484"/>
            <a:ext cx="7701094" cy="58555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07A615-C824-297A-F6F0-7E9439950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095" y="1138941"/>
            <a:ext cx="7310373" cy="557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882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615E4-0471-02EB-C6A7-AD0B1BCFC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58397" y="-31223"/>
            <a:ext cx="8787533" cy="1325563"/>
          </a:xfrm>
        </p:spPr>
        <p:txBody>
          <a:bodyPr/>
          <a:lstStyle/>
          <a:p>
            <a:r>
              <a:rPr lang="en-US" dirty="0"/>
              <a:t>UML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2F23E5-ACA9-F60D-4431-B0DE4753E209}"/>
              </a:ext>
            </a:extLst>
          </p:cNvPr>
          <p:cNvSpPr/>
          <p:nvPr/>
        </p:nvSpPr>
        <p:spPr>
          <a:xfrm>
            <a:off x="3293533" y="0"/>
            <a:ext cx="5617634" cy="6858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3D4708-379E-059C-43BA-662E6379C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574" y="0"/>
            <a:ext cx="54568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03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6166-B479-B4B7-A476-04300265A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375" y="315208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dirty="0"/>
              <a:t>Sequence Diagram: View Product Changed Recommendations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293EC3-4DE9-F547-A80B-A5E7FCF03784}"/>
              </a:ext>
            </a:extLst>
          </p:cNvPr>
          <p:cNvSpPr/>
          <p:nvPr/>
        </p:nvSpPr>
        <p:spPr>
          <a:xfrm>
            <a:off x="0" y="1392572"/>
            <a:ext cx="12192000" cy="5150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F675E9-F2AD-279D-E0CF-BB860812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55" y="1554014"/>
            <a:ext cx="12030490" cy="4826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03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2612-CC55-AA22-A1AF-A35E91F07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Sequence Diagram: Adding a Comment to Product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7DD135-680C-05C0-6B98-A1B413122FAA}"/>
              </a:ext>
            </a:extLst>
          </p:cNvPr>
          <p:cNvSpPr/>
          <p:nvPr/>
        </p:nvSpPr>
        <p:spPr>
          <a:xfrm>
            <a:off x="0" y="1795245"/>
            <a:ext cx="12192000" cy="40770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06483A-CE58-986E-B5B5-875D622633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61" y="1942828"/>
            <a:ext cx="12153678" cy="362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1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0F334-0961-EA74-78E7-35EA514FD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Project Implementation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BBC436-36BB-B8C3-E404-02A3D6FC7D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9667835"/>
              </p:ext>
            </p:extLst>
          </p:nvPr>
        </p:nvGraphicFramePr>
        <p:xfrm>
          <a:off x="370221" y="1785779"/>
          <a:ext cx="11615110" cy="4909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451143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CEB88-05F3-BF8C-5B62-5AF01FFA4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BDB46D-59A6-6307-4A17-9A969F8114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113004"/>
              </p:ext>
            </p:extLst>
          </p:nvPr>
        </p:nvGraphicFramePr>
        <p:xfrm>
          <a:off x="348143" y="1867663"/>
          <a:ext cx="11677475" cy="4818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28849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30AB6-0541-FF32-A2AB-96255C04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>
            <a:noAutofit/>
          </a:bodyPr>
          <a:lstStyle/>
          <a:p>
            <a:r>
              <a:rPr lang="en-US" sz="9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575166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FA8AD-7B01-F406-9BDC-9EBA39268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A5AA38-2419-599F-D22B-44880E1712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6938508"/>
              </p:ext>
            </p:extLst>
          </p:nvPr>
        </p:nvGraphicFramePr>
        <p:xfrm>
          <a:off x="159972" y="1580050"/>
          <a:ext cx="12032027" cy="52779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1757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042B-7F30-BD16-077D-2EAF27A66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AFADE1-C041-9FF8-6DFD-6B25196757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6610034"/>
              </p:ext>
            </p:extLst>
          </p:nvPr>
        </p:nvGraphicFramePr>
        <p:xfrm>
          <a:off x="459430" y="1724338"/>
          <a:ext cx="11467914" cy="5024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739760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92CED-71B9-D7AA-A5B5-19FF0A7EB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US" sz="9600" dirty="0"/>
              <a:t>Questions?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86668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Presentation2</Template>
  <TotalTime>6290</TotalTime>
  <Words>345</Words>
  <Application>Microsoft Office PowerPoint</Application>
  <PresentationFormat>Widescreen</PresentationFormat>
  <Paragraphs>68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Calisto MT</vt:lpstr>
      <vt:lpstr>Wingdings 2</vt:lpstr>
      <vt:lpstr>Slate</vt:lpstr>
      <vt:lpstr>ComparePro</vt:lpstr>
      <vt:lpstr>Introduction</vt:lpstr>
      <vt:lpstr>Background</vt:lpstr>
      <vt:lpstr>MVP</vt:lpstr>
      <vt:lpstr>V1.0</vt:lpstr>
      <vt:lpstr>Pages</vt:lpstr>
      <vt:lpstr>Components </vt:lpstr>
      <vt:lpstr>SQL Diagram</vt:lpstr>
      <vt:lpstr>UML</vt:lpstr>
      <vt:lpstr>Sequence Diagram: View Product Changed Recommendations</vt:lpstr>
      <vt:lpstr>Sequence Diagram: Adding a Comment to Product</vt:lpstr>
      <vt:lpstr>Project Implementation </vt:lpstr>
      <vt:lpstr>Testing</vt:lpstr>
      <vt:lpstr>DEMO</vt:lpstr>
      <vt:lpstr>Future Work</vt:lpstr>
      <vt:lpstr>Conclusion</vt:lpstr>
      <vt:lpstr>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Burgess</dc:creator>
  <cp:lastModifiedBy>Clayton Burgess</cp:lastModifiedBy>
  <cp:revision>18</cp:revision>
  <dcterms:created xsi:type="dcterms:W3CDTF">2026-05-05T00:55:50Z</dcterms:created>
  <dcterms:modified xsi:type="dcterms:W3CDTF">2026-05-12T16:49:55Z</dcterms:modified>
</cp:coreProperties>
</file>